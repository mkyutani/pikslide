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212080" cy="653795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rt"/>
          <p:cNvSpPr/>
          <p:nvPr/>
        </p:nvSpPr>
        <p:spPr>
          <a:xfrm>
            <a:off x="960119" y="137160"/>
            <a:ext cx="914400" cy="365760"/>
          </a:xfrm>
          <a:prstGeom prst="ellipse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Start</a:t>
            </a:r>
          </a:p>
        </p:txBody>
      </p:sp>
      <p:cxnSp>
        <p:nvCxnSpPr>
          <p:cNvPr id="3" name="arrow 1"/>
          <p:cNvCxnSpPr/>
          <p:nvPr/>
        </p:nvCxnSpPr>
        <p:spPr>
          <a:xfrm>
            <a:off x="1417319" y="502920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Init"/>
          <p:cNvSpPr/>
          <p:nvPr/>
        </p:nvSpPr>
        <p:spPr>
          <a:xfrm>
            <a:off x="960119" y="822960"/>
            <a:ext cx="914400" cy="365759"/>
          </a:xfrm>
          <a:prstGeom prst="rec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= 1</a:t>
            </a:r>
          </a:p>
        </p:txBody>
      </p:sp>
      <p:cxnSp>
        <p:nvCxnSpPr>
          <p:cNvPr id="5" name="arrow 2"/>
          <p:cNvCxnSpPr/>
          <p:nvPr/>
        </p:nvCxnSpPr>
        <p:spPr>
          <a:xfrm>
            <a:off x="1417319" y="1188719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ond"/>
          <p:cNvSpPr/>
          <p:nvPr/>
        </p:nvSpPr>
        <p:spPr>
          <a:xfrm>
            <a:off x="502919" y="1508759"/>
            <a:ext cx="1828800" cy="640080"/>
          </a:xfrm>
          <a:prstGeom prst="diamond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&lt;= 100</a:t>
            </a:r>
          </a:p>
        </p:txBody>
      </p:sp>
      <p:cxnSp>
        <p:nvCxnSpPr>
          <p:cNvPr id="7" name="arrow 3"/>
          <p:cNvCxnSpPr/>
          <p:nvPr/>
        </p:nvCxnSpPr>
        <p:spPr>
          <a:xfrm>
            <a:off x="1417319" y="2148840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rrow 3 text 1"/>
          <p:cNvSpPr txBox="1"/>
          <p:nvPr/>
        </p:nvSpPr>
        <p:spPr>
          <a:xfrm>
            <a:off x="1508760" y="2228850"/>
            <a:ext cx="274320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yes</a:t>
            </a:r>
          </a:p>
        </p:txBody>
      </p:sp>
      <p:sp>
        <p:nvSpPr>
          <p:cNvPr id="9" name="D15"/>
          <p:cNvSpPr/>
          <p:nvPr/>
        </p:nvSpPr>
        <p:spPr>
          <a:xfrm>
            <a:off x="502919" y="2468880"/>
            <a:ext cx="1828800" cy="640080"/>
          </a:xfrm>
          <a:prstGeom prst="diamond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% 15 == 0</a:t>
            </a:r>
          </a:p>
        </p:txBody>
      </p:sp>
      <p:cxnSp>
        <p:nvCxnSpPr>
          <p:cNvPr id="10" name="arrow 4"/>
          <p:cNvCxnSpPr/>
          <p:nvPr/>
        </p:nvCxnSpPr>
        <p:spPr>
          <a:xfrm>
            <a:off x="1417319" y="3108960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rrow 4 text 1"/>
          <p:cNvSpPr txBox="1"/>
          <p:nvPr/>
        </p:nvSpPr>
        <p:spPr>
          <a:xfrm>
            <a:off x="1508760" y="3188970"/>
            <a:ext cx="274320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no</a:t>
            </a:r>
          </a:p>
        </p:txBody>
      </p:sp>
      <p:sp>
        <p:nvSpPr>
          <p:cNvPr id="12" name="D3"/>
          <p:cNvSpPr/>
          <p:nvPr/>
        </p:nvSpPr>
        <p:spPr>
          <a:xfrm>
            <a:off x="502919" y="3429000"/>
            <a:ext cx="1828800" cy="640080"/>
          </a:xfrm>
          <a:prstGeom prst="diamond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% 3 == 0</a:t>
            </a:r>
          </a:p>
        </p:txBody>
      </p:sp>
      <p:cxnSp>
        <p:nvCxnSpPr>
          <p:cNvPr id="13" name="arrow 5"/>
          <p:cNvCxnSpPr/>
          <p:nvPr/>
        </p:nvCxnSpPr>
        <p:spPr>
          <a:xfrm>
            <a:off x="1417319" y="4069080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rrow 5 text 1"/>
          <p:cNvSpPr txBox="1"/>
          <p:nvPr/>
        </p:nvSpPr>
        <p:spPr>
          <a:xfrm>
            <a:off x="1508760" y="4149090"/>
            <a:ext cx="27432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no</a:t>
            </a:r>
          </a:p>
        </p:txBody>
      </p:sp>
      <p:sp>
        <p:nvSpPr>
          <p:cNvPr id="15" name="D5"/>
          <p:cNvSpPr/>
          <p:nvPr/>
        </p:nvSpPr>
        <p:spPr>
          <a:xfrm>
            <a:off x="502919" y="4389120"/>
            <a:ext cx="1828800" cy="640079"/>
          </a:xfrm>
          <a:prstGeom prst="diamond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% 5 == 0</a:t>
            </a:r>
          </a:p>
        </p:txBody>
      </p:sp>
      <p:cxnSp>
        <p:nvCxnSpPr>
          <p:cNvPr id="16" name="arrow 6"/>
          <p:cNvCxnSpPr/>
          <p:nvPr/>
        </p:nvCxnSpPr>
        <p:spPr>
          <a:xfrm>
            <a:off x="1417319" y="5029200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rrow 6 text 1"/>
          <p:cNvSpPr txBox="1"/>
          <p:nvPr/>
        </p:nvSpPr>
        <p:spPr>
          <a:xfrm>
            <a:off x="1508760" y="5109209"/>
            <a:ext cx="27432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no</a:t>
            </a:r>
          </a:p>
        </p:txBody>
      </p:sp>
      <p:sp>
        <p:nvSpPr>
          <p:cNvPr id="18" name="PI"/>
          <p:cNvSpPr/>
          <p:nvPr/>
        </p:nvSpPr>
        <p:spPr>
          <a:xfrm>
            <a:off x="594359" y="5349240"/>
            <a:ext cx="1645920" cy="365760"/>
          </a:xfrm>
          <a:prstGeom prst="parallelogram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print i</a:t>
            </a:r>
          </a:p>
        </p:txBody>
      </p:sp>
      <p:cxnSp>
        <p:nvCxnSpPr>
          <p:cNvPr id="19" name="arrow 7"/>
          <p:cNvCxnSpPr/>
          <p:nvPr/>
        </p:nvCxnSpPr>
        <p:spPr>
          <a:xfrm>
            <a:off x="1417319" y="5715000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nc"/>
          <p:cNvSpPr/>
          <p:nvPr/>
        </p:nvSpPr>
        <p:spPr>
          <a:xfrm>
            <a:off x="960119" y="6035040"/>
            <a:ext cx="914400" cy="365760"/>
          </a:xfrm>
          <a:prstGeom prst="rec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= i + 1</a:t>
            </a:r>
          </a:p>
        </p:txBody>
      </p:sp>
      <p:sp>
        <p:nvSpPr>
          <p:cNvPr id="21" name="End"/>
          <p:cNvSpPr/>
          <p:nvPr/>
        </p:nvSpPr>
        <p:spPr>
          <a:xfrm>
            <a:off x="3063239" y="1645919"/>
            <a:ext cx="914400" cy="365759"/>
          </a:xfrm>
          <a:prstGeom prst="ellipse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End</a:t>
            </a:r>
          </a:p>
        </p:txBody>
      </p:sp>
      <p:cxnSp>
        <p:nvCxnSpPr>
          <p:cNvPr id="22" name="arrow 8"/>
          <p:cNvCxnSpPr/>
          <p:nvPr/>
        </p:nvCxnSpPr>
        <p:spPr>
          <a:xfrm>
            <a:off x="2331720" y="1828799"/>
            <a:ext cx="731519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rrow 8 text 1"/>
          <p:cNvSpPr txBox="1"/>
          <p:nvPr/>
        </p:nvSpPr>
        <p:spPr>
          <a:xfrm>
            <a:off x="2560320" y="1642109"/>
            <a:ext cx="274320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no</a:t>
            </a:r>
          </a:p>
        </p:txBody>
      </p:sp>
      <p:sp>
        <p:nvSpPr>
          <p:cNvPr id="24" name="FB"/>
          <p:cNvSpPr/>
          <p:nvPr/>
        </p:nvSpPr>
        <p:spPr>
          <a:xfrm>
            <a:off x="3063240" y="2606040"/>
            <a:ext cx="1645919" cy="365760"/>
          </a:xfrm>
          <a:prstGeom prst="parallelogram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print "FizzBuzz"</a:t>
            </a:r>
          </a:p>
        </p:txBody>
      </p:sp>
      <p:sp>
        <p:nvSpPr>
          <p:cNvPr id="25" name="F"/>
          <p:cNvSpPr/>
          <p:nvPr/>
        </p:nvSpPr>
        <p:spPr>
          <a:xfrm>
            <a:off x="3063240" y="3566160"/>
            <a:ext cx="1645919" cy="365760"/>
          </a:xfrm>
          <a:prstGeom prst="parallelogram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print "Fizz"</a:t>
            </a:r>
          </a:p>
        </p:txBody>
      </p:sp>
      <p:sp>
        <p:nvSpPr>
          <p:cNvPr id="26" name="B"/>
          <p:cNvSpPr/>
          <p:nvPr/>
        </p:nvSpPr>
        <p:spPr>
          <a:xfrm>
            <a:off x="3063240" y="4526280"/>
            <a:ext cx="1645919" cy="365760"/>
          </a:xfrm>
          <a:prstGeom prst="parallelogram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print "Buzz"</a:t>
            </a:r>
          </a:p>
        </p:txBody>
      </p:sp>
      <p:cxnSp>
        <p:nvCxnSpPr>
          <p:cNvPr id="27" name="arrow 9"/>
          <p:cNvCxnSpPr/>
          <p:nvPr/>
        </p:nvCxnSpPr>
        <p:spPr>
          <a:xfrm>
            <a:off x="2331720" y="2788920"/>
            <a:ext cx="777240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arrow 9 text 1"/>
          <p:cNvSpPr txBox="1"/>
          <p:nvPr/>
        </p:nvSpPr>
        <p:spPr>
          <a:xfrm>
            <a:off x="2583180" y="2602230"/>
            <a:ext cx="274320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yes</a:t>
            </a:r>
          </a:p>
        </p:txBody>
      </p:sp>
      <p:cxnSp>
        <p:nvCxnSpPr>
          <p:cNvPr id="29" name="arrow 10"/>
          <p:cNvCxnSpPr/>
          <p:nvPr/>
        </p:nvCxnSpPr>
        <p:spPr>
          <a:xfrm>
            <a:off x="2331720" y="3749040"/>
            <a:ext cx="777240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arrow 10 text 1"/>
          <p:cNvSpPr txBox="1"/>
          <p:nvPr/>
        </p:nvSpPr>
        <p:spPr>
          <a:xfrm>
            <a:off x="2583180" y="3562350"/>
            <a:ext cx="274320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yes</a:t>
            </a:r>
          </a:p>
        </p:txBody>
      </p:sp>
      <p:cxnSp>
        <p:nvCxnSpPr>
          <p:cNvPr id="31" name="arrow 11"/>
          <p:cNvCxnSpPr/>
          <p:nvPr/>
        </p:nvCxnSpPr>
        <p:spPr>
          <a:xfrm>
            <a:off x="2331720" y="4709160"/>
            <a:ext cx="777240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rrow 11 text 1"/>
          <p:cNvSpPr txBox="1"/>
          <p:nvPr/>
        </p:nvSpPr>
        <p:spPr>
          <a:xfrm>
            <a:off x="2583180" y="4522470"/>
            <a:ext cx="27432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yes</a:t>
            </a:r>
          </a:p>
        </p:txBody>
      </p:sp>
      <p:sp>
        <p:nvSpPr>
          <p:cNvPr id="33" name="arrow 12"/>
          <p:cNvSpPr/>
          <p:nvPr/>
        </p:nvSpPr>
        <p:spPr>
          <a:xfrm>
            <a:off x="1874519" y="2788920"/>
            <a:ext cx="3200401" cy="3429000"/>
          </a:xfrm>
          <a:custGeom>
            <a:avLst/>
            <a:gdLst/>
            <a:ahLst/>
            <a:cxnLst/>
            <a:rect l="l" t="t" r="r" b="b"/>
            <a:pathLst>
              <a:path w="3200401" h="3429000">
                <a:moveTo>
                  <a:pt x="2788921" y="0"/>
                </a:moveTo>
                <a:lnTo>
                  <a:pt x="3200401" y="0"/>
                </a:lnTo>
                <a:lnTo>
                  <a:pt x="3200401" y="3429000"/>
                </a:lnTo>
                <a:lnTo>
                  <a:pt x="0" y="3429000"/>
                </a:lnTo>
              </a:path>
            </a:pathLst>
          </a:custGeom>
          <a:noFill/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line 1"/>
          <p:cNvCxnSpPr/>
          <p:nvPr/>
        </p:nvCxnSpPr>
        <p:spPr>
          <a:xfrm>
            <a:off x="4663440" y="3749040"/>
            <a:ext cx="411480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ine 2"/>
          <p:cNvCxnSpPr/>
          <p:nvPr/>
        </p:nvCxnSpPr>
        <p:spPr>
          <a:xfrm>
            <a:off x="4663440" y="4709160"/>
            <a:ext cx="411480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rrow 13"/>
          <p:cNvSpPr/>
          <p:nvPr/>
        </p:nvSpPr>
        <p:spPr>
          <a:xfrm>
            <a:off x="137160" y="1828799"/>
            <a:ext cx="822959" cy="4389121"/>
          </a:xfrm>
          <a:custGeom>
            <a:avLst/>
            <a:gdLst/>
            <a:ahLst/>
            <a:cxnLst/>
            <a:rect l="l" t="t" r="r" b="b"/>
            <a:pathLst>
              <a:path w="822959" h="4389121">
                <a:moveTo>
                  <a:pt x="822959" y="4389121"/>
                </a:moveTo>
                <a:lnTo>
                  <a:pt x="0" y="4389121"/>
                </a:lnTo>
                <a:lnTo>
                  <a:pt x="0" y="0"/>
                </a:lnTo>
                <a:lnTo>
                  <a:pt x="365759" y="0"/>
                </a:lnTo>
              </a:path>
            </a:pathLst>
          </a:custGeom>
          <a:noFill/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