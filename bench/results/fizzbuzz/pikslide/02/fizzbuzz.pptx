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480559" cy="60258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tart"/>
          <p:cNvSpPr/>
          <p:nvPr/>
        </p:nvSpPr>
        <p:spPr>
          <a:xfrm>
            <a:off x="822960" y="137160"/>
            <a:ext cx="822960" cy="329184"/>
          </a:xfrm>
          <a:prstGeom prst="ellipse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Start</a:t>
            </a:r>
          </a:p>
        </p:txBody>
      </p:sp>
      <p:cxnSp>
        <p:nvCxnSpPr>
          <p:cNvPr id="3" name="arrow 1"/>
          <p:cNvCxnSpPr/>
          <p:nvPr/>
        </p:nvCxnSpPr>
        <p:spPr>
          <a:xfrm>
            <a:off x="1234439" y="466344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Init"/>
          <p:cNvSpPr/>
          <p:nvPr/>
        </p:nvSpPr>
        <p:spPr>
          <a:xfrm>
            <a:off x="822960" y="786384"/>
            <a:ext cx="822960" cy="329183"/>
          </a:xfrm>
          <a:prstGeom prst="rect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i = 1</a:t>
            </a:r>
          </a:p>
        </p:txBody>
      </p:sp>
      <p:cxnSp>
        <p:nvCxnSpPr>
          <p:cNvPr id="5" name="arrow 2"/>
          <p:cNvCxnSpPr/>
          <p:nvPr/>
        </p:nvCxnSpPr>
        <p:spPr>
          <a:xfrm>
            <a:off x="1234439" y="1115567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st"/>
          <p:cNvSpPr/>
          <p:nvPr/>
        </p:nvSpPr>
        <p:spPr>
          <a:xfrm>
            <a:off x="411479" y="1435607"/>
            <a:ext cx="1645920" cy="548640"/>
          </a:xfrm>
          <a:prstGeom prst="diamond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i &lt;= 100</a:t>
            </a:r>
          </a:p>
        </p:txBody>
      </p:sp>
      <p:cxnSp>
        <p:nvCxnSpPr>
          <p:cNvPr id="7" name="arrow 3"/>
          <p:cNvCxnSpPr/>
          <p:nvPr/>
        </p:nvCxnSpPr>
        <p:spPr>
          <a:xfrm>
            <a:off x="1234439" y="1984248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arrow 3 text 1"/>
          <p:cNvSpPr txBox="1"/>
          <p:nvPr/>
        </p:nvSpPr>
        <p:spPr>
          <a:xfrm>
            <a:off x="1325880" y="2064257"/>
            <a:ext cx="274320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yes</a:t>
            </a:r>
          </a:p>
        </p:txBody>
      </p:sp>
      <p:sp>
        <p:nvSpPr>
          <p:cNvPr id="9" name="D15"/>
          <p:cNvSpPr/>
          <p:nvPr/>
        </p:nvSpPr>
        <p:spPr>
          <a:xfrm>
            <a:off x="411479" y="2304288"/>
            <a:ext cx="1645920" cy="548639"/>
          </a:xfrm>
          <a:prstGeom prst="diamond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i % 15 == 0</a:t>
            </a:r>
          </a:p>
        </p:txBody>
      </p:sp>
      <p:cxnSp>
        <p:nvCxnSpPr>
          <p:cNvPr id="10" name="arrow 4"/>
          <p:cNvCxnSpPr/>
          <p:nvPr/>
        </p:nvCxnSpPr>
        <p:spPr>
          <a:xfrm>
            <a:off x="1234439" y="2852927"/>
            <a:ext cx="0" cy="320041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arrow 4 text 1"/>
          <p:cNvSpPr txBox="1"/>
          <p:nvPr/>
        </p:nvSpPr>
        <p:spPr>
          <a:xfrm>
            <a:off x="1325880" y="2932938"/>
            <a:ext cx="274320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no</a:t>
            </a:r>
          </a:p>
        </p:txBody>
      </p:sp>
      <p:sp>
        <p:nvSpPr>
          <p:cNvPr id="12" name="D3"/>
          <p:cNvSpPr/>
          <p:nvPr/>
        </p:nvSpPr>
        <p:spPr>
          <a:xfrm>
            <a:off x="411479" y="3172968"/>
            <a:ext cx="1645920" cy="548639"/>
          </a:xfrm>
          <a:prstGeom prst="diamond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i % 3 == 0</a:t>
            </a:r>
          </a:p>
        </p:txBody>
      </p:sp>
      <p:cxnSp>
        <p:nvCxnSpPr>
          <p:cNvPr id="13" name="arrow 5"/>
          <p:cNvCxnSpPr/>
          <p:nvPr/>
        </p:nvCxnSpPr>
        <p:spPr>
          <a:xfrm>
            <a:off x="1234439" y="3721607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arrow 5 text 1"/>
          <p:cNvSpPr txBox="1"/>
          <p:nvPr/>
        </p:nvSpPr>
        <p:spPr>
          <a:xfrm>
            <a:off x="1325880" y="3801618"/>
            <a:ext cx="27432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no</a:t>
            </a:r>
          </a:p>
        </p:txBody>
      </p:sp>
      <p:sp>
        <p:nvSpPr>
          <p:cNvPr id="15" name="D5"/>
          <p:cNvSpPr/>
          <p:nvPr/>
        </p:nvSpPr>
        <p:spPr>
          <a:xfrm>
            <a:off x="411479" y="4041647"/>
            <a:ext cx="1645920" cy="548639"/>
          </a:xfrm>
          <a:prstGeom prst="diamond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i % 5 == 0</a:t>
            </a:r>
          </a:p>
        </p:txBody>
      </p:sp>
      <p:cxnSp>
        <p:nvCxnSpPr>
          <p:cNvPr id="16" name="arrow 6"/>
          <p:cNvCxnSpPr/>
          <p:nvPr/>
        </p:nvCxnSpPr>
        <p:spPr>
          <a:xfrm>
            <a:off x="1234439" y="4590287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arrow 6 text 1"/>
          <p:cNvSpPr txBox="1"/>
          <p:nvPr/>
        </p:nvSpPr>
        <p:spPr>
          <a:xfrm>
            <a:off x="1325880" y="4670297"/>
            <a:ext cx="27432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no</a:t>
            </a:r>
          </a:p>
        </p:txBody>
      </p:sp>
      <p:sp>
        <p:nvSpPr>
          <p:cNvPr id="18" name="PI"/>
          <p:cNvSpPr/>
          <p:nvPr/>
        </p:nvSpPr>
        <p:spPr>
          <a:xfrm>
            <a:off x="502919" y="4910327"/>
            <a:ext cx="1463040" cy="329183"/>
          </a:xfrm>
          <a:prstGeom prst="parallelogram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print i</a:t>
            </a:r>
          </a:p>
        </p:txBody>
      </p:sp>
      <p:cxnSp>
        <p:nvCxnSpPr>
          <p:cNvPr id="19" name="arrow 7"/>
          <p:cNvCxnSpPr/>
          <p:nvPr/>
        </p:nvCxnSpPr>
        <p:spPr>
          <a:xfrm>
            <a:off x="1234439" y="5239511"/>
            <a:ext cx="0" cy="32004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nc"/>
          <p:cNvSpPr/>
          <p:nvPr/>
        </p:nvSpPr>
        <p:spPr>
          <a:xfrm>
            <a:off x="822960" y="5559551"/>
            <a:ext cx="822960" cy="329183"/>
          </a:xfrm>
          <a:prstGeom prst="rect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i = i + 1</a:t>
            </a:r>
          </a:p>
        </p:txBody>
      </p:sp>
      <p:sp>
        <p:nvSpPr>
          <p:cNvPr id="21" name="End"/>
          <p:cNvSpPr/>
          <p:nvPr/>
        </p:nvSpPr>
        <p:spPr>
          <a:xfrm>
            <a:off x="2606040" y="1545335"/>
            <a:ext cx="822959" cy="329183"/>
          </a:xfrm>
          <a:prstGeom prst="ellipse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End</a:t>
            </a:r>
          </a:p>
        </p:txBody>
      </p:sp>
      <p:cxnSp>
        <p:nvCxnSpPr>
          <p:cNvPr id="22" name="arrow 8"/>
          <p:cNvCxnSpPr/>
          <p:nvPr/>
        </p:nvCxnSpPr>
        <p:spPr>
          <a:xfrm>
            <a:off x="2057400" y="1709927"/>
            <a:ext cx="548640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rrow 8 text 1"/>
          <p:cNvSpPr txBox="1"/>
          <p:nvPr/>
        </p:nvSpPr>
        <p:spPr>
          <a:xfrm>
            <a:off x="2194560" y="1523237"/>
            <a:ext cx="274320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no</a:t>
            </a:r>
          </a:p>
        </p:txBody>
      </p:sp>
      <p:sp>
        <p:nvSpPr>
          <p:cNvPr id="24" name="P15"/>
          <p:cNvSpPr/>
          <p:nvPr/>
        </p:nvSpPr>
        <p:spPr>
          <a:xfrm>
            <a:off x="2606039" y="2414015"/>
            <a:ext cx="1463039" cy="329184"/>
          </a:xfrm>
          <a:prstGeom prst="parallelogram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print "FizzBuzz"</a:t>
            </a:r>
          </a:p>
        </p:txBody>
      </p:sp>
      <p:sp>
        <p:nvSpPr>
          <p:cNvPr id="25" name="P3"/>
          <p:cNvSpPr/>
          <p:nvPr/>
        </p:nvSpPr>
        <p:spPr>
          <a:xfrm>
            <a:off x="2606039" y="3282695"/>
            <a:ext cx="1463039" cy="329184"/>
          </a:xfrm>
          <a:prstGeom prst="parallelogram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print "Fizz"</a:t>
            </a:r>
          </a:p>
        </p:txBody>
      </p:sp>
      <p:sp>
        <p:nvSpPr>
          <p:cNvPr id="26" name="P5"/>
          <p:cNvSpPr/>
          <p:nvPr/>
        </p:nvSpPr>
        <p:spPr>
          <a:xfrm>
            <a:off x="2606039" y="4151375"/>
            <a:ext cx="1463039" cy="329183"/>
          </a:xfrm>
          <a:prstGeom prst="parallelogram">
            <a:avLst/>
          </a:prstGeom>
          <a:noFill/>
          <a:ln w="13716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print "Buzz"</a:t>
            </a:r>
          </a:p>
        </p:txBody>
      </p:sp>
      <p:cxnSp>
        <p:nvCxnSpPr>
          <p:cNvPr id="27" name="arrow 9"/>
          <p:cNvCxnSpPr/>
          <p:nvPr/>
        </p:nvCxnSpPr>
        <p:spPr>
          <a:xfrm>
            <a:off x="2057400" y="2578608"/>
            <a:ext cx="589787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arrow 9 text 1"/>
          <p:cNvSpPr txBox="1"/>
          <p:nvPr/>
        </p:nvSpPr>
        <p:spPr>
          <a:xfrm>
            <a:off x="2215134" y="2391918"/>
            <a:ext cx="274320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yes</a:t>
            </a:r>
          </a:p>
        </p:txBody>
      </p:sp>
      <p:cxnSp>
        <p:nvCxnSpPr>
          <p:cNvPr id="29" name="arrow 10"/>
          <p:cNvCxnSpPr/>
          <p:nvPr/>
        </p:nvCxnSpPr>
        <p:spPr>
          <a:xfrm>
            <a:off x="2057400" y="3447287"/>
            <a:ext cx="589787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arrow 10 text 1"/>
          <p:cNvSpPr txBox="1"/>
          <p:nvPr/>
        </p:nvSpPr>
        <p:spPr>
          <a:xfrm>
            <a:off x="2215134" y="3260597"/>
            <a:ext cx="274320" cy="16001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yes</a:t>
            </a:r>
          </a:p>
        </p:txBody>
      </p:sp>
      <p:cxnSp>
        <p:nvCxnSpPr>
          <p:cNvPr id="31" name="arrow 11"/>
          <p:cNvCxnSpPr/>
          <p:nvPr/>
        </p:nvCxnSpPr>
        <p:spPr>
          <a:xfrm>
            <a:off x="2057400" y="4315967"/>
            <a:ext cx="589787" cy="0"/>
          </a:xfrm>
          <a:prstGeom prst="line">
            <a:avLst/>
          </a:prstGeom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arrow 11 text 1"/>
          <p:cNvSpPr txBox="1"/>
          <p:nvPr/>
        </p:nvSpPr>
        <p:spPr>
          <a:xfrm>
            <a:off x="2215134" y="4129277"/>
            <a:ext cx="274320" cy="1600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b="0" i="0" sz="1050">
                <a:solidFill>
                  <a:srgbClr val="000000"/>
                </a:solidFill>
                <a:latin typeface="+mn-lt"/>
                <a:ea typeface="+mn-ea"/>
              </a:rPr>
              <a:t>yes</a:t>
            </a:r>
          </a:p>
        </p:txBody>
      </p:sp>
      <p:sp>
        <p:nvSpPr>
          <p:cNvPr id="33" name="line 1"/>
          <p:cNvSpPr/>
          <p:nvPr/>
        </p:nvSpPr>
        <p:spPr>
          <a:xfrm>
            <a:off x="4027932" y="2578608"/>
            <a:ext cx="315468" cy="868679"/>
          </a:xfrm>
          <a:custGeom>
            <a:avLst/>
            <a:gdLst/>
            <a:ahLst/>
            <a:cxnLst/>
            <a:rect l="l" t="t" r="r" b="b"/>
            <a:pathLst>
              <a:path w="315468" h="868679">
                <a:moveTo>
                  <a:pt x="0" y="0"/>
                </a:moveTo>
                <a:lnTo>
                  <a:pt x="315468" y="0"/>
                </a:lnTo>
                <a:lnTo>
                  <a:pt x="315468" y="868679"/>
                </a:lnTo>
              </a:path>
            </a:pathLst>
          </a:custGeom>
          <a:noFill/>
          <a:ln w="13716">
            <a:solidFill>
              <a:srgbClr val="000000"/>
            </a:solidFill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line 2"/>
          <p:cNvSpPr/>
          <p:nvPr/>
        </p:nvSpPr>
        <p:spPr>
          <a:xfrm>
            <a:off x="4027932" y="3447287"/>
            <a:ext cx="315468" cy="868680"/>
          </a:xfrm>
          <a:custGeom>
            <a:avLst/>
            <a:gdLst/>
            <a:ahLst/>
            <a:cxnLst/>
            <a:rect l="l" t="t" r="r" b="b"/>
            <a:pathLst>
              <a:path w="315468" h="868680">
                <a:moveTo>
                  <a:pt x="0" y="0"/>
                </a:moveTo>
                <a:lnTo>
                  <a:pt x="315468" y="0"/>
                </a:lnTo>
                <a:lnTo>
                  <a:pt x="315468" y="868680"/>
                </a:lnTo>
              </a:path>
            </a:pathLst>
          </a:custGeom>
          <a:noFill/>
          <a:ln w="13716">
            <a:solidFill>
              <a:srgbClr val="000000"/>
            </a:solidFill>
            <a:headEnd type="none"/>
            <a:tailEnd type="non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arrow 12"/>
          <p:cNvSpPr/>
          <p:nvPr/>
        </p:nvSpPr>
        <p:spPr>
          <a:xfrm>
            <a:off x="1645919" y="4315967"/>
            <a:ext cx="2697481" cy="1408176"/>
          </a:xfrm>
          <a:custGeom>
            <a:avLst/>
            <a:gdLst/>
            <a:ahLst/>
            <a:cxnLst/>
            <a:rect l="l" t="t" r="r" b="b"/>
            <a:pathLst>
              <a:path w="2697481" h="1408176">
                <a:moveTo>
                  <a:pt x="2382013" y="0"/>
                </a:moveTo>
                <a:lnTo>
                  <a:pt x="2697481" y="0"/>
                </a:lnTo>
                <a:lnTo>
                  <a:pt x="2697481" y="1408176"/>
                </a:lnTo>
                <a:lnTo>
                  <a:pt x="0" y="1408176"/>
                </a:lnTo>
              </a:path>
            </a:pathLst>
          </a:custGeom>
          <a:noFill/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rrow 13"/>
          <p:cNvSpPr/>
          <p:nvPr/>
        </p:nvSpPr>
        <p:spPr>
          <a:xfrm>
            <a:off x="137160" y="1709927"/>
            <a:ext cx="685800" cy="4014216"/>
          </a:xfrm>
          <a:custGeom>
            <a:avLst/>
            <a:gdLst/>
            <a:ahLst/>
            <a:cxnLst/>
            <a:rect l="l" t="t" r="r" b="b"/>
            <a:pathLst>
              <a:path w="685800" h="4014216">
                <a:moveTo>
                  <a:pt x="685800" y="4014216"/>
                </a:moveTo>
                <a:lnTo>
                  <a:pt x="0" y="4014216"/>
                </a:lnTo>
                <a:lnTo>
                  <a:pt x="0" y="0"/>
                </a:lnTo>
                <a:lnTo>
                  <a:pt x="274319" y="0"/>
                </a:lnTo>
              </a:path>
            </a:pathLst>
          </a:custGeom>
          <a:noFill/>
          <a:ln w="13716">
            <a:solidFill>
              <a:srgbClr val="000000"/>
            </a:solidFill>
            <a:headEnd type="none"/>
            <a:tailEnd type="triangl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