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27216" cy="61849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t"/>
          <p:cNvSpPr/>
          <p:nvPr/>
        </p:nvSpPr>
        <p:spPr>
          <a:xfrm>
            <a:off x="876028" y="137160"/>
            <a:ext cx="625383" cy="355618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Start</a:t>
            </a:r>
          </a:p>
        </p:txBody>
      </p:sp>
      <p:cxnSp>
        <p:nvCxnSpPr>
          <p:cNvPr id="3" name="arrow 1"/>
          <p:cNvCxnSpPr/>
          <p:nvPr/>
        </p:nvCxnSpPr>
        <p:spPr>
          <a:xfrm>
            <a:off x="1188719" y="49277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it"/>
          <p:cNvSpPr/>
          <p:nvPr/>
        </p:nvSpPr>
        <p:spPr>
          <a:xfrm>
            <a:off x="984827" y="812818"/>
            <a:ext cx="407784" cy="251459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1</a:t>
            </a:r>
          </a:p>
        </p:txBody>
      </p:sp>
      <p:cxnSp>
        <p:nvCxnSpPr>
          <p:cNvPr id="5" name="arrow 2"/>
          <p:cNvCxnSpPr/>
          <p:nvPr/>
        </p:nvCxnSpPr>
        <p:spPr>
          <a:xfrm>
            <a:off x="1188719" y="106427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oop"/>
          <p:cNvSpPr/>
          <p:nvPr/>
        </p:nvSpPr>
        <p:spPr>
          <a:xfrm>
            <a:off x="411479" y="1384318"/>
            <a:ext cx="155448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&lt;= 100</a:t>
            </a:r>
          </a:p>
        </p:txBody>
      </p:sp>
      <p:cxnSp>
        <p:nvCxnSpPr>
          <p:cNvPr id="7" name="arrow 3"/>
          <p:cNvCxnSpPr/>
          <p:nvPr/>
        </p:nvCxnSpPr>
        <p:spPr>
          <a:xfrm>
            <a:off x="1188719" y="202439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ow 3 text 1"/>
          <p:cNvSpPr txBox="1"/>
          <p:nvPr/>
        </p:nvSpPr>
        <p:spPr>
          <a:xfrm>
            <a:off x="1280160" y="210440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sp>
        <p:nvSpPr>
          <p:cNvPr id="9" name="D15"/>
          <p:cNvSpPr/>
          <p:nvPr/>
        </p:nvSpPr>
        <p:spPr>
          <a:xfrm>
            <a:off x="411479" y="2344438"/>
            <a:ext cx="155448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15 == 0</a:t>
            </a:r>
          </a:p>
        </p:txBody>
      </p:sp>
      <p:cxnSp>
        <p:nvCxnSpPr>
          <p:cNvPr id="10" name="arrow 4"/>
          <p:cNvCxnSpPr/>
          <p:nvPr/>
        </p:nvCxnSpPr>
        <p:spPr>
          <a:xfrm>
            <a:off x="1188719" y="298451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row 4 text 1"/>
          <p:cNvSpPr txBox="1"/>
          <p:nvPr/>
        </p:nvSpPr>
        <p:spPr>
          <a:xfrm>
            <a:off x="1280160" y="306452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2" name="D3"/>
          <p:cNvSpPr/>
          <p:nvPr/>
        </p:nvSpPr>
        <p:spPr>
          <a:xfrm>
            <a:off x="411479" y="3304558"/>
            <a:ext cx="155448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3 == 0</a:t>
            </a:r>
          </a:p>
        </p:txBody>
      </p:sp>
      <p:cxnSp>
        <p:nvCxnSpPr>
          <p:cNvPr id="13" name="arrow 5"/>
          <p:cNvCxnSpPr/>
          <p:nvPr/>
        </p:nvCxnSpPr>
        <p:spPr>
          <a:xfrm>
            <a:off x="1188719" y="394463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ow 5 text 1"/>
          <p:cNvSpPr txBox="1"/>
          <p:nvPr/>
        </p:nvSpPr>
        <p:spPr>
          <a:xfrm>
            <a:off x="1280160" y="4024648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5" name="D5"/>
          <p:cNvSpPr/>
          <p:nvPr/>
        </p:nvSpPr>
        <p:spPr>
          <a:xfrm>
            <a:off x="411479" y="4264678"/>
            <a:ext cx="1554480" cy="640079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5 == 0</a:t>
            </a:r>
          </a:p>
        </p:txBody>
      </p:sp>
      <p:cxnSp>
        <p:nvCxnSpPr>
          <p:cNvPr id="16" name="arrow 6"/>
          <p:cNvCxnSpPr/>
          <p:nvPr/>
        </p:nvCxnSpPr>
        <p:spPr>
          <a:xfrm>
            <a:off x="1188719" y="490475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 6 text 1"/>
          <p:cNvSpPr txBox="1"/>
          <p:nvPr/>
        </p:nvSpPr>
        <p:spPr>
          <a:xfrm>
            <a:off x="1280160" y="4984768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8" name="PI"/>
          <p:cNvSpPr/>
          <p:nvPr/>
        </p:nvSpPr>
        <p:spPr>
          <a:xfrm>
            <a:off x="768470" y="5224798"/>
            <a:ext cx="840498" cy="251460"/>
          </a:xfrm>
          <a:prstGeom prst="flowChartInputOutpu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i</a:t>
            </a:r>
          </a:p>
        </p:txBody>
      </p:sp>
      <p:cxnSp>
        <p:nvCxnSpPr>
          <p:cNvPr id="19" name="arrow 7"/>
          <p:cNvCxnSpPr/>
          <p:nvPr/>
        </p:nvCxnSpPr>
        <p:spPr>
          <a:xfrm>
            <a:off x="1188719" y="547625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c"/>
          <p:cNvSpPr/>
          <p:nvPr/>
        </p:nvSpPr>
        <p:spPr>
          <a:xfrm>
            <a:off x="906172" y="5796298"/>
            <a:ext cx="565095" cy="251460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i + 1</a:t>
            </a:r>
          </a:p>
        </p:txBody>
      </p:sp>
      <p:sp>
        <p:nvSpPr>
          <p:cNvPr id="21" name="PFB"/>
          <p:cNvSpPr/>
          <p:nvPr/>
        </p:nvSpPr>
        <p:spPr>
          <a:xfrm>
            <a:off x="2606039" y="2538748"/>
            <a:ext cx="1709696" cy="251460"/>
          </a:xfrm>
          <a:prstGeom prst="flowChartInputOutpu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"FizzBuzz"</a:t>
            </a:r>
          </a:p>
        </p:txBody>
      </p:sp>
      <p:sp>
        <p:nvSpPr>
          <p:cNvPr id="22" name="PF"/>
          <p:cNvSpPr/>
          <p:nvPr/>
        </p:nvSpPr>
        <p:spPr>
          <a:xfrm>
            <a:off x="2606039" y="3498868"/>
            <a:ext cx="1709696" cy="251460"/>
          </a:xfrm>
          <a:prstGeom prst="flowChartInputOutpu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"Fizz"</a:t>
            </a:r>
          </a:p>
        </p:txBody>
      </p:sp>
      <p:sp>
        <p:nvSpPr>
          <p:cNvPr id="23" name="PB"/>
          <p:cNvSpPr/>
          <p:nvPr/>
        </p:nvSpPr>
        <p:spPr>
          <a:xfrm>
            <a:off x="2606039" y="4458988"/>
            <a:ext cx="1709696" cy="251460"/>
          </a:xfrm>
          <a:prstGeom prst="flowChartInputOutpu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"Buzz"</a:t>
            </a:r>
          </a:p>
        </p:txBody>
      </p:sp>
      <p:sp>
        <p:nvSpPr>
          <p:cNvPr id="24" name="End"/>
          <p:cNvSpPr/>
          <p:nvPr/>
        </p:nvSpPr>
        <p:spPr>
          <a:xfrm>
            <a:off x="3186432" y="1526549"/>
            <a:ext cx="548911" cy="355618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End</a:t>
            </a:r>
          </a:p>
        </p:txBody>
      </p:sp>
      <p:cxnSp>
        <p:nvCxnSpPr>
          <p:cNvPr id="25" name="arrow 8"/>
          <p:cNvCxnSpPr/>
          <p:nvPr/>
        </p:nvCxnSpPr>
        <p:spPr>
          <a:xfrm>
            <a:off x="1965960" y="1704358"/>
            <a:ext cx="1220472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row 8 text 1"/>
          <p:cNvSpPr txBox="1"/>
          <p:nvPr/>
        </p:nvSpPr>
        <p:spPr>
          <a:xfrm>
            <a:off x="2439036" y="151766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cxnSp>
        <p:nvCxnSpPr>
          <p:cNvPr id="27" name="arrow 9"/>
          <p:cNvCxnSpPr/>
          <p:nvPr/>
        </p:nvCxnSpPr>
        <p:spPr>
          <a:xfrm>
            <a:off x="1965960" y="2664478"/>
            <a:ext cx="811049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 9 text 1"/>
          <p:cNvSpPr txBox="1"/>
          <p:nvPr/>
        </p:nvSpPr>
        <p:spPr>
          <a:xfrm>
            <a:off x="2234324" y="247778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1965960" y="3624598"/>
            <a:ext cx="811049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10 text 1"/>
          <p:cNvSpPr txBox="1"/>
          <p:nvPr/>
        </p:nvSpPr>
        <p:spPr>
          <a:xfrm>
            <a:off x="2234324" y="343790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31" name="arrow 11"/>
          <p:cNvCxnSpPr/>
          <p:nvPr/>
        </p:nvCxnSpPr>
        <p:spPr>
          <a:xfrm>
            <a:off x="1965960" y="4584718"/>
            <a:ext cx="811049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11 text 1"/>
          <p:cNvSpPr txBox="1"/>
          <p:nvPr/>
        </p:nvSpPr>
        <p:spPr>
          <a:xfrm>
            <a:off x="2234324" y="4398028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33" name="line 1"/>
          <p:cNvCxnSpPr/>
          <p:nvPr/>
        </p:nvCxnSpPr>
        <p:spPr>
          <a:xfrm>
            <a:off x="4144766" y="2664478"/>
            <a:ext cx="44529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ne 2"/>
          <p:cNvCxnSpPr/>
          <p:nvPr/>
        </p:nvCxnSpPr>
        <p:spPr>
          <a:xfrm>
            <a:off x="4144766" y="3624598"/>
            <a:ext cx="44529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 3"/>
          <p:cNvCxnSpPr/>
          <p:nvPr/>
        </p:nvCxnSpPr>
        <p:spPr>
          <a:xfrm>
            <a:off x="4144766" y="4584718"/>
            <a:ext cx="44529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 12"/>
          <p:cNvSpPr/>
          <p:nvPr/>
        </p:nvSpPr>
        <p:spPr>
          <a:xfrm>
            <a:off x="1471267" y="2664478"/>
            <a:ext cx="3118789" cy="3257550"/>
          </a:xfrm>
          <a:custGeom>
            <a:avLst/>
            <a:gdLst/>
            <a:ahLst/>
            <a:cxnLst/>
            <a:rect l="l" t="t" r="r" b="b"/>
            <a:pathLst>
              <a:path w="3118789" h="3257550">
                <a:moveTo>
                  <a:pt x="3118789" y="0"/>
                </a:moveTo>
                <a:lnTo>
                  <a:pt x="3118789" y="3257550"/>
                </a:lnTo>
                <a:lnTo>
                  <a:pt x="0" y="325755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rrow 13"/>
          <p:cNvSpPr/>
          <p:nvPr/>
        </p:nvSpPr>
        <p:spPr>
          <a:xfrm>
            <a:off x="137160" y="1704358"/>
            <a:ext cx="769012" cy="4217670"/>
          </a:xfrm>
          <a:custGeom>
            <a:avLst/>
            <a:gdLst/>
            <a:ahLst/>
            <a:cxnLst/>
            <a:rect l="l" t="t" r="r" b="b"/>
            <a:pathLst>
              <a:path w="769012" h="4217670">
                <a:moveTo>
                  <a:pt x="769012" y="4217670"/>
                </a:moveTo>
                <a:lnTo>
                  <a:pt x="0" y="4217670"/>
                </a:lnTo>
                <a:lnTo>
                  <a:pt x="0" y="0"/>
                </a:lnTo>
                <a:lnTo>
                  <a:pt x="274319" y="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