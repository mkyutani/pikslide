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86200" y="210311"/>
            <a:ext cx="1371600" cy="438912"/>
          </a:xfrm>
          <a:prstGeom prst="ellipse">
            <a:avLst/>
          </a:prstGeom>
          <a:solidFill>
            <a:srgbClr val="D9EFD9"/>
          </a:solidFill>
          <a:ln w="19050">
            <a:solidFill>
              <a:srgbClr val="263238"/>
            </a:solidFill>
            <a:miter lim="800000"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3794760" y="941832"/>
            <a:ext cx="1554480" cy="438912"/>
          </a:xfrm>
          <a:prstGeom prst="rect">
            <a:avLst/>
          </a:prstGeom>
          <a:solidFill>
            <a:srgbClr val="DCE8F7"/>
          </a:solidFill>
          <a:ln w="19050">
            <a:solidFill>
              <a:srgbClr val="263238"/>
            </a:solidFill>
            <a:miter lim="800000"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i = 1</a:t>
            </a:r>
          </a:p>
        </p:txBody>
      </p:sp>
      <p:sp>
        <p:nvSpPr>
          <p:cNvPr id="4" name="Diamond 3"/>
          <p:cNvSpPr/>
          <p:nvPr/>
        </p:nvSpPr>
        <p:spPr>
          <a:xfrm>
            <a:off x="3383280" y="1673352"/>
            <a:ext cx="2377440" cy="658368"/>
          </a:xfrm>
          <a:prstGeom prst="diamond">
            <a:avLst/>
          </a:prstGeom>
          <a:solidFill>
            <a:srgbClr val="FFF2CC"/>
          </a:solidFill>
          <a:ln w="19050">
            <a:solidFill>
              <a:srgbClr val="263238"/>
            </a:solidFill>
            <a:miter lim="800000"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i &lt;= 100</a:t>
            </a:r>
          </a:p>
        </p:txBody>
      </p:sp>
      <p:sp>
        <p:nvSpPr>
          <p:cNvPr id="5" name="Diamond 4"/>
          <p:cNvSpPr/>
          <p:nvPr/>
        </p:nvSpPr>
        <p:spPr>
          <a:xfrm>
            <a:off x="3383280" y="2624328"/>
            <a:ext cx="2377440" cy="658368"/>
          </a:xfrm>
          <a:prstGeom prst="diamond">
            <a:avLst/>
          </a:prstGeom>
          <a:solidFill>
            <a:srgbClr val="FFF2CC"/>
          </a:solidFill>
          <a:ln w="19050">
            <a:solidFill>
              <a:srgbClr val="263238"/>
            </a:solidFill>
            <a:miter lim="800000"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i % 15 == 0</a:t>
            </a:r>
          </a:p>
        </p:txBody>
      </p:sp>
      <p:sp>
        <p:nvSpPr>
          <p:cNvPr id="6" name="Diamond 5"/>
          <p:cNvSpPr/>
          <p:nvPr/>
        </p:nvSpPr>
        <p:spPr>
          <a:xfrm>
            <a:off x="3383280" y="3575304"/>
            <a:ext cx="2377440" cy="658368"/>
          </a:xfrm>
          <a:prstGeom prst="diamond">
            <a:avLst/>
          </a:prstGeom>
          <a:solidFill>
            <a:srgbClr val="FFF2CC"/>
          </a:solidFill>
          <a:ln w="19050">
            <a:solidFill>
              <a:srgbClr val="263238"/>
            </a:solidFill>
            <a:miter lim="800000"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i % 3 == 0</a:t>
            </a:r>
          </a:p>
        </p:txBody>
      </p:sp>
      <p:sp>
        <p:nvSpPr>
          <p:cNvPr id="7" name="Diamond 6"/>
          <p:cNvSpPr/>
          <p:nvPr/>
        </p:nvSpPr>
        <p:spPr>
          <a:xfrm>
            <a:off x="3383280" y="4526280"/>
            <a:ext cx="2377440" cy="658368"/>
          </a:xfrm>
          <a:prstGeom prst="diamond">
            <a:avLst/>
          </a:prstGeom>
          <a:solidFill>
            <a:srgbClr val="FFF2CC"/>
          </a:solidFill>
          <a:ln w="19050">
            <a:solidFill>
              <a:srgbClr val="263238"/>
            </a:solidFill>
            <a:miter lim="800000"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i % 5 == 0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3703320" y="5477256"/>
            <a:ext cx="1737360" cy="438912"/>
          </a:xfrm>
          <a:prstGeom prst="parallelogram">
            <a:avLst>
              <a:gd name="adj" fmla="val 35000"/>
            </a:avLst>
          </a:prstGeom>
          <a:solidFill>
            <a:srgbClr val="FBE3D4"/>
          </a:solidFill>
          <a:ln w="19050">
            <a:solidFill>
              <a:srgbClr val="263238"/>
            </a:solidFill>
            <a:miter lim="800000"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print i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6208776"/>
            <a:ext cx="1554480" cy="438912"/>
          </a:xfrm>
          <a:prstGeom prst="rect">
            <a:avLst/>
          </a:prstGeom>
          <a:solidFill>
            <a:srgbClr val="DCE8F7"/>
          </a:solidFill>
          <a:ln w="19050">
            <a:solidFill>
              <a:srgbClr val="263238"/>
            </a:solidFill>
            <a:miter lim="800000"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i = i + 1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649224"/>
            <a:ext cx="0" cy="292608"/>
          </a:xfrm>
          <a:prstGeom prst="line">
            <a:avLst/>
          </a:prstGeom>
          <a:ln w="19050">
            <a:solidFill>
              <a:srgbClr val="263238"/>
            </a:solidFill>
            <a:miter lim="800000"/>
            <a:tailEnd type="triangle" w="med" len="med"/>
          </a:ln>
        </p:spPr>
      </p:cxnSp>
      <p:cxnSp>
        <p:nvCxnSpPr>
          <p:cNvPr id="11" name="Connector 10"/>
          <p:cNvCxnSpPr/>
          <p:nvPr/>
        </p:nvCxnSpPr>
        <p:spPr>
          <a:xfrm>
            <a:off x="4572000" y="1380744"/>
            <a:ext cx="0" cy="292608"/>
          </a:xfrm>
          <a:prstGeom prst="line">
            <a:avLst/>
          </a:prstGeom>
          <a:ln w="19050">
            <a:solidFill>
              <a:srgbClr val="263238"/>
            </a:solidFill>
            <a:miter lim="800000"/>
            <a:tailEnd type="triangle" w="med" len="med"/>
          </a:ln>
        </p:spPr>
      </p:cxnSp>
      <p:cxnSp>
        <p:nvCxnSpPr>
          <p:cNvPr id="12" name="Connector 11"/>
          <p:cNvCxnSpPr/>
          <p:nvPr/>
        </p:nvCxnSpPr>
        <p:spPr>
          <a:xfrm>
            <a:off x="4572000" y="2331720"/>
            <a:ext cx="0" cy="292608"/>
          </a:xfrm>
          <a:prstGeom prst="line">
            <a:avLst/>
          </a:prstGeom>
          <a:ln w="19050">
            <a:solidFill>
              <a:srgbClr val="263238"/>
            </a:solidFill>
            <a:miter lim="800000"/>
            <a:tailEnd type="triangle" w="med" len="med"/>
          </a:ln>
        </p:spPr>
      </p:cxnSp>
      <p:sp>
        <p:nvSpPr>
          <p:cNvPr id="13" name="TextBox 12"/>
          <p:cNvSpPr txBox="1"/>
          <p:nvPr/>
        </p:nvSpPr>
        <p:spPr>
          <a:xfrm>
            <a:off x="4626864" y="2377440"/>
            <a:ext cx="384048" cy="20116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00" i="1">
                <a:solidFill>
                  <a:srgbClr val="263238"/>
                </a:solidFill>
                <a:latin typeface="Arial"/>
              </a:rPr>
              <a:t>yes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3282696"/>
            <a:ext cx="0" cy="292608"/>
          </a:xfrm>
          <a:prstGeom prst="line">
            <a:avLst/>
          </a:prstGeom>
          <a:ln w="19050">
            <a:solidFill>
              <a:srgbClr val="263238"/>
            </a:solidFill>
            <a:miter lim="800000"/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4626864" y="3328416"/>
            <a:ext cx="384048" cy="20116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00" i="1">
                <a:solidFill>
                  <a:srgbClr val="263238"/>
                </a:solidFill>
                <a:latin typeface="Arial"/>
              </a:rPr>
              <a:t>no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4233672"/>
            <a:ext cx="0" cy="292608"/>
          </a:xfrm>
          <a:prstGeom prst="line">
            <a:avLst/>
          </a:prstGeom>
          <a:ln w="19050">
            <a:solidFill>
              <a:srgbClr val="263238"/>
            </a:solidFill>
            <a:miter lim="800000"/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4626864" y="4279392"/>
            <a:ext cx="384048" cy="20116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00" i="1">
                <a:solidFill>
                  <a:srgbClr val="263238"/>
                </a:solidFill>
                <a:latin typeface="Arial"/>
              </a:rPr>
              <a:t>no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5184648"/>
            <a:ext cx="0" cy="292608"/>
          </a:xfrm>
          <a:prstGeom prst="line">
            <a:avLst/>
          </a:prstGeom>
          <a:ln w="19050">
            <a:solidFill>
              <a:srgbClr val="263238"/>
            </a:solidFill>
            <a:miter lim="800000"/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4626864" y="5230368"/>
            <a:ext cx="384048" cy="20116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00" i="1">
                <a:solidFill>
                  <a:srgbClr val="263238"/>
                </a:solidFill>
                <a:latin typeface="Arial"/>
              </a:rPr>
              <a:t>no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0" y="5916168"/>
            <a:ext cx="0" cy="292608"/>
          </a:xfrm>
          <a:prstGeom prst="line">
            <a:avLst/>
          </a:prstGeom>
          <a:ln w="19050">
            <a:solidFill>
              <a:srgbClr val="263238"/>
            </a:solidFill>
            <a:miter lim="800000"/>
            <a:tailEnd type="triangle" w="med" len="med"/>
          </a:ln>
        </p:spPr>
      </p:cxnSp>
      <p:sp>
        <p:nvSpPr>
          <p:cNvPr id="21" name="Oval 20"/>
          <p:cNvSpPr/>
          <p:nvPr/>
        </p:nvSpPr>
        <p:spPr>
          <a:xfrm>
            <a:off x="7040879" y="1783080"/>
            <a:ext cx="1371600" cy="438912"/>
          </a:xfrm>
          <a:prstGeom prst="ellipse">
            <a:avLst/>
          </a:prstGeom>
          <a:solidFill>
            <a:srgbClr val="D9EFD9"/>
          </a:solidFill>
          <a:ln w="19050">
            <a:solidFill>
              <a:srgbClr val="263238"/>
            </a:solidFill>
            <a:miter lim="800000"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End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60720" y="2002536"/>
            <a:ext cx="1280159" cy="0"/>
          </a:xfrm>
          <a:prstGeom prst="line">
            <a:avLst/>
          </a:prstGeom>
          <a:ln w="19050">
            <a:solidFill>
              <a:srgbClr val="263238"/>
            </a:solidFill>
            <a:miter lim="800000"/>
            <a:tailEnd type="triangle" w="med" len="med"/>
          </a:ln>
        </p:spPr>
      </p:cxnSp>
      <p:sp>
        <p:nvSpPr>
          <p:cNvPr id="23" name="TextBox 22"/>
          <p:cNvSpPr txBox="1"/>
          <p:nvPr/>
        </p:nvSpPr>
        <p:spPr>
          <a:xfrm>
            <a:off x="6208776" y="1755647"/>
            <a:ext cx="384048" cy="20116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00" i="1">
                <a:solidFill>
                  <a:srgbClr val="263238"/>
                </a:solidFill>
                <a:latin typeface="Arial"/>
              </a:rPr>
              <a:t>no</a:t>
            </a:r>
          </a:p>
        </p:txBody>
      </p:sp>
      <p:sp>
        <p:nvSpPr>
          <p:cNvPr id="24" name="Parallelogram 23"/>
          <p:cNvSpPr/>
          <p:nvPr/>
        </p:nvSpPr>
        <p:spPr>
          <a:xfrm>
            <a:off x="6675119" y="2734056"/>
            <a:ext cx="2103120" cy="438912"/>
          </a:xfrm>
          <a:prstGeom prst="parallelogram">
            <a:avLst>
              <a:gd name="adj" fmla="val 35000"/>
            </a:avLst>
          </a:prstGeom>
          <a:solidFill>
            <a:srgbClr val="FBE3D4"/>
          </a:solidFill>
          <a:ln w="19050">
            <a:solidFill>
              <a:srgbClr val="263238"/>
            </a:solidFill>
            <a:miter lim="800000"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print "FizzBuzz"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60720" y="2953512"/>
            <a:ext cx="991209" cy="0"/>
          </a:xfrm>
          <a:prstGeom prst="line">
            <a:avLst/>
          </a:prstGeom>
          <a:ln w="19050">
            <a:solidFill>
              <a:srgbClr val="263238"/>
            </a:solidFill>
            <a:miter lim="800000"/>
            <a:tailEnd type="triangle" w="med" len="med"/>
          </a:ln>
        </p:spPr>
      </p:cxnSp>
      <p:sp>
        <p:nvSpPr>
          <p:cNvPr id="26" name="TextBox 25"/>
          <p:cNvSpPr txBox="1"/>
          <p:nvPr/>
        </p:nvSpPr>
        <p:spPr>
          <a:xfrm>
            <a:off x="6064300" y="2706624"/>
            <a:ext cx="384048" cy="20116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00" i="1">
                <a:solidFill>
                  <a:srgbClr val="263238"/>
                </a:solidFill>
                <a:latin typeface="Arial"/>
              </a:rPr>
              <a:t>yes</a:t>
            </a:r>
          </a:p>
        </p:txBody>
      </p:sp>
      <p:sp>
        <p:nvSpPr>
          <p:cNvPr id="27" name="Parallelogram 26"/>
          <p:cNvSpPr/>
          <p:nvPr/>
        </p:nvSpPr>
        <p:spPr>
          <a:xfrm>
            <a:off x="6675119" y="3685032"/>
            <a:ext cx="2103120" cy="438912"/>
          </a:xfrm>
          <a:prstGeom prst="parallelogram">
            <a:avLst>
              <a:gd name="adj" fmla="val 35000"/>
            </a:avLst>
          </a:prstGeom>
          <a:solidFill>
            <a:srgbClr val="FBE3D4"/>
          </a:solidFill>
          <a:ln w="19050">
            <a:solidFill>
              <a:srgbClr val="263238"/>
            </a:solidFill>
            <a:miter lim="800000"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print "Fizz"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60720" y="3904488"/>
            <a:ext cx="991209" cy="0"/>
          </a:xfrm>
          <a:prstGeom prst="line">
            <a:avLst/>
          </a:prstGeom>
          <a:ln w="19050">
            <a:solidFill>
              <a:srgbClr val="263238"/>
            </a:solidFill>
            <a:miter lim="800000"/>
            <a:tailEnd type="triangle" w="med" len="med"/>
          </a:ln>
        </p:spPr>
      </p:cxnSp>
      <p:sp>
        <p:nvSpPr>
          <p:cNvPr id="29" name="TextBox 28"/>
          <p:cNvSpPr txBox="1"/>
          <p:nvPr/>
        </p:nvSpPr>
        <p:spPr>
          <a:xfrm>
            <a:off x="6064300" y="3657600"/>
            <a:ext cx="384048" cy="20116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00" i="1">
                <a:solidFill>
                  <a:srgbClr val="263238"/>
                </a:solidFill>
                <a:latin typeface="Arial"/>
              </a:rPr>
              <a:t>yes</a:t>
            </a:r>
          </a:p>
        </p:txBody>
      </p:sp>
      <p:sp>
        <p:nvSpPr>
          <p:cNvPr id="30" name="Parallelogram 29"/>
          <p:cNvSpPr/>
          <p:nvPr/>
        </p:nvSpPr>
        <p:spPr>
          <a:xfrm>
            <a:off x="6675119" y="4636008"/>
            <a:ext cx="2103120" cy="438912"/>
          </a:xfrm>
          <a:prstGeom prst="parallelogram">
            <a:avLst>
              <a:gd name="adj" fmla="val 35000"/>
            </a:avLst>
          </a:prstGeom>
          <a:solidFill>
            <a:srgbClr val="FBE3D4"/>
          </a:solidFill>
          <a:ln w="19050">
            <a:solidFill>
              <a:srgbClr val="263238"/>
            </a:solidFill>
            <a:miter lim="800000"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print "Buzz"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60720" y="4855464"/>
            <a:ext cx="991209" cy="0"/>
          </a:xfrm>
          <a:prstGeom prst="line">
            <a:avLst/>
          </a:prstGeom>
          <a:ln w="19050">
            <a:solidFill>
              <a:srgbClr val="263238"/>
            </a:solidFill>
            <a:miter lim="800000"/>
            <a:tailEnd type="triangle" w="med" len="med"/>
          </a:ln>
        </p:spPr>
      </p:cxnSp>
      <p:sp>
        <p:nvSpPr>
          <p:cNvPr id="32" name="TextBox 31"/>
          <p:cNvSpPr txBox="1"/>
          <p:nvPr/>
        </p:nvSpPr>
        <p:spPr>
          <a:xfrm>
            <a:off x="6064300" y="4608576"/>
            <a:ext cx="384048" cy="20116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00" i="1">
                <a:solidFill>
                  <a:srgbClr val="263238"/>
                </a:solidFill>
                <a:latin typeface="Arial"/>
              </a:rPr>
              <a:t>yes</a:t>
            </a:r>
          </a:p>
        </p:txBody>
      </p:sp>
      <p:sp>
        <p:nvSpPr>
          <p:cNvPr id="33" name="Freeform 32"/>
          <p:cNvSpPr/>
          <p:nvPr/>
        </p:nvSpPr>
        <p:spPr>
          <a:xfrm>
            <a:off x="5349240" y="2953512"/>
            <a:ext cx="3977640" cy="3474720"/>
          </a:xfrm>
          <a:custGeom>
            <a:avLst/>
            <a:gdLst/>
            <a:ahLst/>
            <a:cxnLst/>
            <a:rect l="l" t="t" r="r" b="b"/>
            <a:pathLst>
              <a:path w="4350" h="3800">
                <a:moveTo>
                  <a:pt x="3666" y="0"/>
                </a:moveTo>
                <a:lnTo>
                  <a:pt x="4350" y="0"/>
                </a:lnTo>
                <a:lnTo>
                  <a:pt x="4350" y="3800"/>
                </a:lnTo>
                <a:lnTo>
                  <a:pt x="0" y="3800"/>
                </a:lnTo>
              </a:path>
            </a:pathLst>
          </a:custGeom>
          <a:noFill/>
          <a:ln w="19050">
            <a:solidFill>
              <a:srgbClr val="263238"/>
            </a:solidFill>
            <a:miter lim="800000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701430" y="3904488"/>
            <a:ext cx="625450" cy="0"/>
          </a:xfrm>
          <a:prstGeom prst="line">
            <a:avLst/>
          </a:prstGeom>
          <a:ln w="19050">
            <a:solidFill>
              <a:srgbClr val="263238"/>
            </a:solidFill>
            <a:miter lim="800000"/>
          </a:ln>
        </p:spPr>
      </p:cxnSp>
      <p:cxnSp>
        <p:nvCxnSpPr>
          <p:cNvPr id="35" name="Connector 34"/>
          <p:cNvCxnSpPr/>
          <p:nvPr/>
        </p:nvCxnSpPr>
        <p:spPr>
          <a:xfrm>
            <a:off x="8701430" y="4855464"/>
            <a:ext cx="625450" cy="0"/>
          </a:xfrm>
          <a:prstGeom prst="line">
            <a:avLst/>
          </a:prstGeom>
          <a:ln w="19050">
            <a:solidFill>
              <a:srgbClr val="263238"/>
            </a:solidFill>
            <a:miter lim="800000"/>
          </a:ln>
        </p:spPr>
      </p:cxnSp>
      <p:sp>
        <p:nvSpPr>
          <p:cNvPr id="36" name="Freeform 35"/>
          <p:cNvSpPr/>
          <p:nvPr/>
        </p:nvSpPr>
        <p:spPr>
          <a:xfrm>
            <a:off x="2834640" y="2002536"/>
            <a:ext cx="960120" cy="4425696"/>
          </a:xfrm>
          <a:custGeom>
            <a:avLst/>
            <a:gdLst/>
            <a:ahLst/>
            <a:cxnLst/>
            <a:rect l="l" t="t" r="r" b="b"/>
            <a:pathLst>
              <a:path w="1050" h="4840">
                <a:moveTo>
                  <a:pt x="1050" y="4840"/>
                </a:moveTo>
                <a:lnTo>
                  <a:pt x="0" y="4840"/>
                </a:lnTo>
                <a:lnTo>
                  <a:pt x="0" y="0"/>
                </a:lnTo>
                <a:lnTo>
                  <a:pt x="600" y="0"/>
                </a:lnTo>
              </a:path>
            </a:pathLst>
          </a:custGeom>
          <a:noFill/>
          <a:ln w="19050">
            <a:solidFill>
              <a:srgbClr val="263238"/>
            </a:solidFill>
            <a:miter lim="800000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