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69868" y="242316"/>
            <a:ext cx="1280160" cy="438912"/>
          </a:xfrm>
          <a:prstGeom prst="ellipse">
            <a:avLst/>
          </a:prstGeom>
          <a:solidFill>
            <a:srgbClr val="C8E6C9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24148" y="928116"/>
            <a:ext cx="1371600" cy="438912"/>
          </a:xfrm>
          <a:prstGeom prst="rect">
            <a:avLst/>
          </a:prstGeom>
          <a:solidFill>
            <a:srgbClr val="BBDEFB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i = 1</a:t>
            </a:r>
          </a:p>
        </p:txBody>
      </p:sp>
      <p:sp>
        <p:nvSpPr>
          <p:cNvPr id="4" name="Diamond 3"/>
          <p:cNvSpPr/>
          <p:nvPr/>
        </p:nvSpPr>
        <p:spPr>
          <a:xfrm>
            <a:off x="3558388" y="1613916"/>
            <a:ext cx="2103120" cy="603504"/>
          </a:xfrm>
          <a:prstGeom prst="diamond">
            <a:avLst/>
          </a:prstGeom>
          <a:solidFill>
            <a:srgbClr val="FFF3C4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i &lt;= 100</a:t>
            </a:r>
          </a:p>
        </p:txBody>
      </p:sp>
      <p:sp>
        <p:nvSpPr>
          <p:cNvPr id="5" name="Diamond 4"/>
          <p:cNvSpPr/>
          <p:nvPr/>
        </p:nvSpPr>
        <p:spPr>
          <a:xfrm>
            <a:off x="3558388" y="2583180"/>
            <a:ext cx="2103120" cy="603504"/>
          </a:xfrm>
          <a:prstGeom prst="diamond">
            <a:avLst/>
          </a:prstGeom>
          <a:solidFill>
            <a:srgbClr val="FFF3C4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i % 15 == 0</a:t>
            </a:r>
          </a:p>
        </p:txBody>
      </p:sp>
      <p:sp>
        <p:nvSpPr>
          <p:cNvPr id="6" name="Diamond 5"/>
          <p:cNvSpPr/>
          <p:nvPr/>
        </p:nvSpPr>
        <p:spPr>
          <a:xfrm>
            <a:off x="3558388" y="3552444"/>
            <a:ext cx="2103120" cy="603504"/>
          </a:xfrm>
          <a:prstGeom prst="diamond">
            <a:avLst/>
          </a:prstGeom>
          <a:solidFill>
            <a:srgbClr val="FFF3C4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i % 3 == 0</a:t>
            </a:r>
          </a:p>
        </p:txBody>
      </p:sp>
      <p:sp>
        <p:nvSpPr>
          <p:cNvPr id="7" name="Diamond 6"/>
          <p:cNvSpPr/>
          <p:nvPr/>
        </p:nvSpPr>
        <p:spPr>
          <a:xfrm>
            <a:off x="3558388" y="4521708"/>
            <a:ext cx="2103120" cy="603504"/>
          </a:xfrm>
          <a:prstGeom prst="diamond">
            <a:avLst/>
          </a:prstGeom>
          <a:solidFill>
            <a:srgbClr val="FFF3C4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i % 5 == 0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878428" y="5490972"/>
            <a:ext cx="1463040" cy="438912"/>
          </a:xfrm>
          <a:prstGeom prst="parallelogram">
            <a:avLst/>
          </a:prstGeom>
          <a:solidFill>
            <a:srgbClr val="E1BEE7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print i</a:t>
            </a:r>
          </a:p>
        </p:txBody>
      </p:sp>
      <p:sp>
        <p:nvSpPr>
          <p:cNvPr id="9" name="Rectangle 8"/>
          <p:cNvSpPr/>
          <p:nvPr/>
        </p:nvSpPr>
        <p:spPr>
          <a:xfrm>
            <a:off x="3924148" y="6176772"/>
            <a:ext cx="1371600" cy="438912"/>
          </a:xfrm>
          <a:prstGeom prst="rect">
            <a:avLst/>
          </a:prstGeom>
          <a:solidFill>
            <a:srgbClr val="BBDEFB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i = i + 1</a:t>
            </a:r>
          </a:p>
        </p:txBody>
      </p:sp>
      <p:sp>
        <p:nvSpPr>
          <p:cNvPr id="10" name="Oval 9"/>
          <p:cNvSpPr/>
          <p:nvPr/>
        </p:nvSpPr>
        <p:spPr>
          <a:xfrm>
            <a:off x="6575908" y="1696212"/>
            <a:ext cx="1280160" cy="438912"/>
          </a:xfrm>
          <a:prstGeom prst="ellipse">
            <a:avLst/>
          </a:prstGeom>
          <a:solidFill>
            <a:srgbClr val="C8E6C9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End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6575908" y="2665476"/>
            <a:ext cx="2103120" cy="438912"/>
          </a:xfrm>
          <a:prstGeom prst="parallelogram">
            <a:avLst/>
          </a:prstGeom>
          <a:solidFill>
            <a:srgbClr val="E1BEE7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print "FizzBuzz"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6575908" y="3634740"/>
            <a:ext cx="2103120" cy="438912"/>
          </a:xfrm>
          <a:prstGeom prst="parallelogram">
            <a:avLst/>
          </a:prstGeom>
          <a:solidFill>
            <a:srgbClr val="E1BEE7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print "Fizz"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6575908" y="4604004"/>
            <a:ext cx="2103120" cy="438912"/>
          </a:xfrm>
          <a:prstGeom prst="parallelogram">
            <a:avLst/>
          </a:prstGeom>
          <a:solidFill>
            <a:srgbClr val="E1BEE7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Calibri"/>
              </a:rPr>
              <a:t>print "Buzz"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09948" y="681228"/>
            <a:ext cx="0" cy="246888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09948" y="1367028"/>
            <a:ext cx="0" cy="246888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09948" y="2217420"/>
            <a:ext cx="0" cy="36576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09948" y="3186684"/>
            <a:ext cx="0" cy="36576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09948" y="4155948"/>
            <a:ext cx="0" cy="36576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09948" y="5125212"/>
            <a:ext cx="0" cy="36576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09948" y="5929884"/>
            <a:ext cx="0" cy="246888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73956" y="2290572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Calibri"/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956" y="3259836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Calibri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956" y="4229100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Calibri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956" y="5198364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Calibri"/>
              </a:rPr>
              <a:t>no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1508" y="1915668"/>
            <a:ext cx="914400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12968" y="1659636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200">
                <a:solidFill>
                  <a:srgbClr val="263238"/>
                </a:solidFill>
                <a:latin typeface="Calibri"/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1508" y="2884932"/>
            <a:ext cx="969264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0400" y="2628900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200">
                <a:solidFill>
                  <a:srgbClr val="263238"/>
                </a:solidFill>
                <a:latin typeface="Calibri"/>
              </a:rP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1508" y="3854196"/>
            <a:ext cx="969264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400" y="3598164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200">
                <a:solidFill>
                  <a:srgbClr val="263238"/>
                </a:solidFill>
                <a:latin typeface="Calibri"/>
              </a:rPr>
              <a:t>yes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1508" y="4823460"/>
            <a:ext cx="969264" cy="0"/>
          </a:xfrm>
          <a:prstGeom prst="line">
            <a:avLst/>
          </a:prstGeom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0400" y="4567428"/>
            <a:ext cx="411480" cy="219456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1200">
                <a:solidFill>
                  <a:srgbClr val="263238"/>
                </a:solidFill>
                <a:latin typeface="Calibri"/>
              </a:rPr>
              <a:t>yes</a:t>
            </a:r>
          </a:p>
        </p:txBody>
      </p:sp>
      <p:sp>
        <p:nvSpPr>
          <p:cNvPr id="33" name="Freeform 32"/>
          <p:cNvSpPr/>
          <p:nvPr/>
        </p:nvSpPr>
        <p:spPr>
          <a:xfrm>
            <a:off x="5295748" y="2884932"/>
            <a:ext cx="3739896" cy="3511296"/>
          </a:xfrm>
          <a:custGeom>
            <a:avLst/>
            <a:gdLst/>
            <a:ahLst/>
            <a:cxnLst/>
            <a:rect l="l" t="t" r="r" b="b"/>
            <a:pathLst>
              <a:path w="3739896" h="3511296">
                <a:moveTo>
                  <a:pt x="3328416" y="0"/>
                </a:moveTo>
                <a:lnTo>
                  <a:pt x="3739896" y="0"/>
                </a:lnTo>
                <a:lnTo>
                  <a:pt x="3739896" y="3511296"/>
                </a:lnTo>
                <a:lnTo>
                  <a:pt x="0" y="3511296"/>
                </a:lnTo>
              </a:path>
            </a:pathLst>
          </a:custGeom>
          <a:noFill/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624164" y="3854196"/>
            <a:ext cx="411480" cy="0"/>
          </a:xfrm>
          <a:prstGeom prst="line">
            <a:avLst/>
          </a:prstGeom>
          <a:ln w="19050">
            <a:solidFill>
              <a:srgbClr val="263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24164" y="4823460"/>
            <a:ext cx="411480" cy="0"/>
          </a:xfrm>
          <a:prstGeom prst="line">
            <a:avLst/>
          </a:prstGeom>
          <a:ln w="19050">
            <a:solidFill>
              <a:srgbClr val="263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3101188" y="1915668"/>
            <a:ext cx="822960" cy="4480560"/>
          </a:xfrm>
          <a:custGeom>
            <a:avLst/>
            <a:gdLst/>
            <a:ahLst/>
            <a:cxnLst/>
            <a:rect l="l" t="t" r="r" b="b"/>
            <a:pathLst>
              <a:path w="822960" h="4480560">
                <a:moveTo>
                  <a:pt x="822960" y="4480560"/>
                </a:moveTo>
                <a:lnTo>
                  <a:pt x="0" y="4480560"/>
                </a:lnTo>
                <a:lnTo>
                  <a:pt x="0" y="0"/>
                </a:lnTo>
                <a:lnTo>
                  <a:pt x="457200" y="0"/>
                </a:lnTo>
              </a:path>
            </a:pathLst>
          </a:custGeom>
          <a:noFill/>
          <a:ln w="19050">
            <a:solidFill>
              <a:srgbClr val="26323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