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038447" y="228599"/>
            <a:ext cx="1097280" cy="411480"/>
          </a:xfrm>
          <a:prstGeom prst="ellipse">
            <a:avLst/>
          </a:prstGeom>
          <a:solidFill>
            <a:srgbClr val="C8E6C9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901287" y="943138"/>
            <a:ext cx="1371600" cy="411480"/>
          </a:xfrm>
          <a:prstGeom prst="rect">
            <a:avLst/>
          </a:prstGeom>
          <a:solidFill>
            <a:srgbClr val="BBDEFB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= 1</a:t>
            </a:r>
          </a:p>
        </p:txBody>
      </p:sp>
      <p:sp>
        <p:nvSpPr>
          <p:cNvPr id="4" name="Diamond 3"/>
          <p:cNvSpPr/>
          <p:nvPr/>
        </p:nvSpPr>
        <p:spPr>
          <a:xfrm>
            <a:off x="3489807" y="1657676"/>
            <a:ext cx="2194560" cy="658368"/>
          </a:xfrm>
          <a:prstGeom prst="diamond">
            <a:avLst/>
          </a:prstGeom>
          <a:solidFill>
            <a:srgbClr val="FFF1B8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&lt;= 100</a:t>
            </a:r>
          </a:p>
        </p:txBody>
      </p:sp>
      <p:sp>
        <p:nvSpPr>
          <p:cNvPr id="5" name="Diamond 4"/>
          <p:cNvSpPr/>
          <p:nvPr/>
        </p:nvSpPr>
        <p:spPr>
          <a:xfrm>
            <a:off x="3489807" y="2619102"/>
            <a:ext cx="2194560" cy="658368"/>
          </a:xfrm>
          <a:prstGeom prst="diamond">
            <a:avLst/>
          </a:prstGeom>
          <a:solidFill>
            <a:srgbClr val="FFF1B8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% 15 == 0</a:t>
            </a:r>
          </a:p>
        </p:txBody>
      </p:sp>
      <p:sp>
        <p:nvSpPr>
          <p:cNvPr id="6" name="Diamond 5"/>
          <p:cNvSpPr/>
          <p:nvPr/>
        </p:nvSpPr>
        <p:spPr>
          <a:xfrm>
            <a:off x="3489807" y="3580529"/>
            <a:ext cx="2194560" cy="658368"/>
          </a:xfrm>
          <a:prstGeom prst="diamond">
            <a:avLst/>
          </a:prstGeom>
          <a:solidFill>
            <a:srgbClr val="FFF1B8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% 3 == 0</a:t>
            </a:r>
          </a:p>
        </p:txBody>
      </p:sp>
      <p:sp>
        <p:nvSpPr>
          <p:cNvPr id="7" name="Diamond 6"/>
          <p:cNvSpPr/>
          <p:nvPr/>
        </p:nvSpPr>
        <p:spPr>
          <a:xfrm>
            <a:off x="3489807" y="4541955"/>
            <a:ext cx="2194560" cy="658368"/>
          </a:xfrm>
          <a:prstGeom prst="diamond">
            <a:avLst/>
          </a:prstGeom>
          <a:solidFill>
            <a:srgbClr val="FFF1B8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% 5 == 0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3581247" y="5503381"/>
            <a:ext cx="2011680" cy="411480"/>
          </a:xfrm>
          <a:prstGeom prst="parallelogram">
            <a:avLst>
              <a:gd name="adj" fmla="val 50000"/>
            </a:avLst>
          </a:prstGeom>
          <a:solidFill>
            <a:srgbClr val="FFD9B3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i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1287" y="6217920"/>
            <a:ext cx="1371600" cy="411480"/>
          </a:xfrm>
          <a:prstGeom prst="rect">
            <a:avLst/>
          </a:prstGeom>
          <a:solidFill>
            <a:srgbClr val="BBDEFB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i = i + 1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87087" y="640080"/>
            <a:ext cx="0" cy="303058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87087" y="1354618"/>
            <a:ext cx="0" cy="303058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87087" y="2316044"/>
            <a:ext cx="0" cy="303058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87087" y="3277470"/>
            <a:ext cx="0" cy="303059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87087" y="4238897"/>
            <a:ext cx="0" cy="303058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87087" y="5200323"/>
            <a:ext cx="0" cy="303058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87087" y="5914861"/>
            <a:ext cx="0" cy="303059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60239" y="2352620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0239" y="3314046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239" y="4275473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0239" y="5236899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sp>
        <p:nvSpPr>
          <p:cNvPr id="21" name="Oval 20"/>
          <p:cNvSpPr/>
          <p:nvPr/>
        </p:nvSpPr>
        <p:spPr>
          <a:xfrm>
            <a:off x="7147407" y="1781120"/>
            <a:ext cx="1097280" cy="411480"/>
          </a:xfrm>
          <a:prstGeom prst="ellipse">
            <a:avLst/>
          </a:prstGeom>
          <a:solidFill>
            <a:srgbClr val="C8E6C9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84367" y="1986860"/>
            <a:ext cx="1463040" cy="0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94095" y="1749116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no</a:t>
            </a:r>
          </a:p>
        </p:txBody>
      </p:sp>
      <p:sp>
        <p:nvSpPr>
          <p:cNvPr id="24" name="Parallelogram 23"/>
          <p:cNvSpPr/>
          <p:nvPr/>
        </p:nvSpPr>
        <p:spPr>
          <a:xfrm>
            <a:off x="6690207" y="2742546"/>
            <a:ext cx="2011680" cy="411480"/>
          </a:xfrm>
          <a:prstGeom prst="parallelogram">
            <a:avLst>
              <a:gd name="adj" fmla="val 50000"/>
            </a:avLst>
          </a:prstGeom>
          <a:solidFill>
            <a:srgbClr val="FFD9B3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"FizzBuzz"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84367" y="2948286"/>
            <a:ext cx="1108710" cy="0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94095" y="2710542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sp>
        <p:nvSpPr>
          <p:cNvPr id="27" name="Parallelogram 26"/>
          <p:cNvSpPr/>
          <p:nvPr/>
        </p:nvSpPr>
        <p:spPr>
          <a:xfrm>
            <a:off x="6690207" y="3703973"/>
            <a:ext cx="2011680" cy="411480"/>
          </a:xfrm>
          <a:prstGeom prst="parallelogram">
            <a:avLst>
              <a:gd name="adj" fmla="val 50000"/>
            </a:avLst>
          </a:prstGeom>
          <a:solidFill>
            <a:srgbClr val="FFD9B3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"Fizz"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84367" y="3909713"/>
            <a:ext cx="1108710" cy="0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94095" y="3671969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sp>
        <p:nvSpPr>
          <p:cNvPr id="30" name="Parallelogram 29"/>
          <p:cNvSpPr/>
          <p:nvPr/>
        </p:nvSpPr>
        <p:spPr>
          <a:xfrm>
            <a:off x="6690207" y="4665399"/>
            <a:ext cx="2011680" cy="411480"/>
          </a:xfrm>
          <a:prstGeom prst="parallelogram">
            <a:avLst>
              <a:gd name="adj" fmla="val 50000"/>
            </a:avLst>
          </a:prstGeom>
          <a:solidFill>
            <a:srgbClr val="FFD9B3"/>
          </a:solidFill>
          <a:ln w="19050">
            <a:solidFill>
              <a:srgbClr val="26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/>
            <a:r>
              <a:rPr sz="1400">
                <a:solidFill>
                  <a:srgbClr val="263238"/>
                </a:solidFill>
                <a:latin typeface="Arial"/>
              </a:rPr>
              <a:t>print "Buzz"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84367" y="4871139"/>
            <a:ext cx="1108710" cy="0"/>
          </a:xfrm>
          <a:prstGeom prst="line">
            <a:avLst/>
          </a:prstGeom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94095" y="4633395"/>
            <a:ext cx="32918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263238"/>
                </a:solidFill>
                <a:latin typeface="Arial"/>
              </a:rPr>
              <a:t>yes</a:t>
            </a:r>
          </a:p>
        </p:txBody>
      </p:sp>
      <p:sp>
        <p:nvSpPr>
          <p:cNvPr id="33" name="Freeform 32"/>
          <p:cNvSpPr/>
          <p:nvPr/>
        </p:nvSpPr>
        <p:spPr>
          <a:xfrm>
            <a:off x="5272887" y="2948286"/>
            <a:ext cx="3840480" cy="3475374"/>
          </a:xfrm>
          <a:custGeom>
            <a:avLst/>
            <a:gdLst/>
            <a:ahLst/>
            <a:cxnLst/>
            <a:rect l="l" t="t" r="r" b="b"/>
            <a:pathLst>
              <a:path w="3840480" h="3475374">
                <a:moveTo>
                  <a:pt x="3326130" y="0"/>
                </a:moveTo>
                <a:lnTo>
                  <a:pt x="3840480" y="0"/>
                </a:lnTo>
                <a:lnTo>
                  <a:pt x="3840480" y="3475374"/>
                </a:lnTo>
                <a:lnTo>
                  <a:pt x="0" y="3475374"/>
                </a:lnTo>
              </a:path>
            </a:pathLst>
          </a:custGeom>
          <a:noFill/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599017" y="3909713"/>
            <a:ext cx="514350" cy="0"/>
          </a:xfrm>
          <a:prstGeom prst="line">
            <a:avLst/>
          </a:prstGeom>
          <a:ln w="19050">
            <a:solidFill>
              <a:srgbClr val="263238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99017" y="4871139"/>
            <a:ext cx="514350" cy="0"/>
          </a:xfrm>
          <a:prstGeom prst="line">
            <a:avLst/>
          </a:prstGeom>
          <a:ln w="19050">
            <a:solidFill>
              <a:srgbClr val="263238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3078327" y="1986860"/>
            <a:ext cx="822960" cy="4436800"/>
          </a:xfrm>
          <a:custGeom>
            <a:avLst/>
            <a:gdLst/>
            <a:ahLst/>
            <a:cxnLst/>
            <a:rect l="l" t="t" r="r" b="b"/>
            <a:pathLst>
              <a:path w="822960" h="4436800">
                <a:moveTo>
                  <a:pt x="822960" y="4436800"/>
                </a:moveTo>
                <a:lnTo>
                  <a:pt x="0" y="4436800"/>
                </a:lnTo>
                <a:lnTo>
                  <a:pt x="0" y="0"/>
                </a:lnTo>
                <a:lnTo>
                  <a:pt x="411480" y="0"/>
                </a:lnTo>
              </a:path>
            </a:pathLst>
          </a:custGeom>
          <a:noFill/>
          <a:ln w="19050">
            <a:solidFill>
              <a:srgbClr val="26323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