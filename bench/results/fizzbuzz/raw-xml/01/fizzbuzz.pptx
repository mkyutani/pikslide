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presProps" Target="presProps.xml"/>
  <Relationship Id="rId4" Type="http://schemas.openxmlformats.org/officeDocument/2006/relationships/viewProps" Target="viewProps.xml"/>
  <Relationship Id="rId5" Type="http://schemas.openxmlformats.org/officeDocument/2006/relationships/theme" Target="theme/theme1.xml"/>
  <Relationship Id="rId6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Main column, centred on x = 5.14in (4700016 EMU) -->
      <p:sp>
        <p:nvSpPr>
          <p:cNvPr id="2" name="Start"/>
          <p:cNvSpPr/>
          <p:nvPr/>
        </p:nvSpPr>
        <p:spPr>
          <a:xfrm>
            <a:off x="4059936" y="283464"/>
            <a:ext cx="1280160" cy="411480"/>
          </a:xfrm>
          <a:prstGeom prst="ellipse">
            <a:avLst/>
          </a:prstGeom>
          <a:solidFill>
            <a:srgbClr val="E2F0D9"/>
          </a:solidFill>
          <a:ln w="19050">
            <a:solidFill>
              <a:srgbClr val="548235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600" dirty="0">
                <a:solidFill>
                  <a:srgbClr val="1F1F1F"/>
                </a:solidFill>
                <a:latin typeface="Calibri"/>
              </a:rPr>
              <a:t>Start</a:t>
            </a:r>
          </a:p>
        </p:txBody>
      </p:sp>
      <p:sp>
        <p:nvSpPr>
          <p:cNvPr id="3" name="i = 1"/>
          <p:cNvSpPr/>
          <p:nvPr/>
        </p:nvSpPr>
        <p:spPr>
          <a:xfrm>
            <a:off x="3968496" y="950976"/>
            <a:ext cx="1463040" cy="411480"/>
          </a:xfrm>
          <a:prstGeom prst="rect">
            <a:avLst/>
          </a:prstGeom>
          <a:solidFill>
            <a:srgbClr val="DEEBF7"/>
          </a:solidFill>
          <a:ln w="19050">
            <a:solidFill>
              <a:srgbClr val="2E75B6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600" dirty="0">
                <a:solidFill>
                  <a:srgbClr val="1F1F1F"/>
                </a:solidFill>
                <a:latin typeface="Calibri"/>
              </a:rPr>
              <a:t>i = 1</a:t>
            </a:r>
          </a:p>
        </p:txBody>
      </p:sp>
      <p:sp>
        <p:nvSpPr>
          <p:cNvPr id="4" name="i &lt;= 100"/>
          <p:cNvSpPr/>
          <p:nvPr/>
        </p:nvSpPr>
        <p:spPr>
          <a:xfrm>
            <a:off x="3602736" y="1618488"/>
            <a:ext cx="2194560" cy="640080"/>
          </a:xfrm>
          <a:prstGeom prst="diamond">
            <a:avLst/>
          </a:prstGeom>
          <a:solidFill>
            <a:srgbClr val="FFF2CC"/>
          </a:solidFill>
          <a:ln w="19050">
            <a:solidFill>
              <a:srgbClr val="BF9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600" dirty="0">
                <a:solidFill>
                  <a:srgbClr val="1F1F1F"/>
                </a:solidFill>
                <a:latin typeface="Calibri"/>
              </a:rPr>
              <a:t>i &lt;= 100</a:t>
            </a:r>
          </a:p>
        </p:txBody>
      </p:sp>
      <p:sp>
        <p:nvSpPr>
          <p:cNvPr id="5" name="i % 15 == 0"/>
          <p:cNvSpPr/>
          <p:nvPr/>
        </p:nvSpPr>
        <p:spPr>
          <a:xfrm>
            <a:off x="3602736" y="2587752"/>
            <a:ext cx="2194560" cy="640080"/>
          </a:xfrm>
          <a:prstGeom prst="diamond">
            <a:avLst/>
          </a:prstGeom>
          <a:solidFill>
            <a:srgbClr val="FFF2CC"/>
          </a:solidFill>
          <a:ln w="19050">
            <a:solidFill>
              <a:srgbClr val="BF9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600" dirty="0">
                <a:solidFill>
                  <a:srgbClr val="1F1F1F"/>
                </a:solidFill>
                <a:latin typeface="Calibri"/>
              </a:rPr>
              <a:t>i % 15 == 0</a:t>
            </a:r>
          </a:p>
        </p:txBody>
      </p:sp>
      <p:sp>
        <p:nvSpPr>
          <p:cNvPr id="6" name="i % 3 == 0"/>
          <p:cNvSpPr/>
          <p:nvPr/>
        </p:nvSpPr>
        <p:spPr>
          <a:xfrm>
            <a:off x="3602736" y="3557016"/>
            <a:ext cx="2194560" cy="640080"/>
          </a:xfrm>
          <a:prstGeom prst="diamond">
            <a:avLst/>
          </a:prstGeom>
          <a:solidFill>
            <a:srgbClr val="FFF2CC"/>
          </a:solidFill>
          <a:ln w="19050">
            <a:solidFill>
              <a:srgbClr val="BF9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600" dirty="0">
                <a:solidFill>
                  <a:srgbClr val="1F1F1F"/>
                </a:solidFill>
                <a:latin typeface="Calibri"/>
              </a:rPr>
              <a:t>i % 3 == 0</a:t>
            </a:r>
          </a:p>
        </p:txBody>
      </p:sp>
      <p:sp>
        <p:nvSpPr>
          <p:cNvPr id="7" name="i % 5 == 0"/>
          <p:cNvSpPr/>
          <p:nvPr/>
        </p:nvSpPr>
        <p:spPr>
          <a:xfrm>
            <a:off x="3602736" y="4526280"/>
            <a:ext cx="2194560" cy="640080"/>
          </a:xfrm>
          <a:prstGeom prst="diamond">
            <a:avLst/>
          </a:prstGeom>
          <a:solidFill>
            <a:srgbClr val="FFF2CC"/>
          </a:solidFill>
          <a:ln w="19050">
            <a:solidFill>
              <a:srgbClr val="BF9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600" dirty="0">
                <a:solidFill>
                  <a:srgbClr val="1F1F1F"/>
                </a:solidFill>
                <a:latin typeface="Calibri"/>
              </a:rPr>
              <a:t>i % 5 == 0</a:t>
            </a:r>
          </a:p>
        </p:txBody>
      </p:sp>
      <p:sp>
        <p:nvSpPr>
          <p:cNvPr id="8" name="print i"/>
          <p:cNvSpPr/>
          <p:nvPr/>
        </p:nvSpPr>
        <p:spPr>
          <a:xfrm>
            <a:off x="3785616" y="5495544"/>
            <a:ext cx="1828800" cy="411480"/>
          </a:xfrm>
          <a:prstGeom prst="parallelogram">
            <a:avLst>
              <a:gd name="adj" fmla="val 50000"/>
            </a:avLst>
          </a:prstGeom>
          <a:solidFill>
            <a:srgbClr val="FBE5D6"/>
          </a:solidFill>
          <a:ln w="19050">
            <a:solidFill>
              <a:srgbClr val="C55A11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600" dirty="0">
                <a:solidFill>
                  <a:srgbClr val="1F1F1F"/>
                </a:solidFill>
                <a:latin typeface="Calibri"/>
              </a:rPr>
              <a:t>print i</a:t>
            </a:r>
          </a:p>
        </p:txBody>
      </p:sp>
      <p:sp>
        <p:nvSpPr>
          <p:cNvPr id="9" name="i = i + 1"/>
          <p:cNvSpPr/>
          <p:nvPr/>
        </p:nvSpPr>
        <p:spPr>
          <a:xfrm>
            <a:off x="3968496" y="6163056"/>
            <a:ext cx="1463040" cy="411480"/>
          </a:xfrm>
          <a:prstGeom prst="rect">
            <a:avLst/>
          </a:prstGeom>
          <a:solidFill>
            <a:srgbClr val="DEEBF7"/>
          </a:solidFill>
          <a:ln w="19050">
            <a:solidFill>
              <a:srgbClr val="2E75B6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600" dirty="0">
                <a:solidFill>
                  <a:srgbClr val="1F1F1F"/>
                </a:solidFill>
                <a:latin typeface="Calibri"/>
              </a:rPr>
              <a:t>i = i + 1</a:t>
            </a:r>
          </a:p>
        </p:txBody>
      </p:sp>
      <!-- Right-hand shapes: End beside i <= 100, prints beside the three tests -->
      <p:sp>
        <p:nvSpPr>
          <p:cNvPr id="10" name="End"/>
          <p:cNvSpPr/>
          <p:nvPr/>
        </p:nvSpPr>
        <p:spPr>
          <a:xfrm>
            <a:off x="6528816" y="1732788"/>
            <a:ext cx="1280160" cy="411480"/>
          </a:xfrm>
          <a:prstGeom prst="ellipse">
            <a:avLst/>
          </a:prstGeom>
          <a:solidFill>
            <a:srgbClr val="E2F0D9"/>
          </a:solidFill>
          <a:ln w="19050">
            <a:solidFill>
              <a:srgbClr val="548235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600" dirty="0">
                <a:solidFill>
                  <a:srgbClr val="1F1F1F"/>
                </a:solidFill>
                <a:latin typeface="Calibri"/>
              </a:rPr>
              <a:t>End</a:t>
            </a:r>
          </a:p>
        </p:txBody>
      </p:sp>
      <p:sp>
        <p:nvSpPr>
          <p:cNvPr id="11" name="print FizzBuzz"/>
          <p:cNvSpPr/>
          <p:nvPr/>
        </p:nvSpPr>
        <p:spPr>
          <a:xfrm>
            <a:off x="6425946" y="2702052"/>
            <a:ext cx="2194560" cy="411480"/>
          </a:xfrm>
          <a:prstGeom prst="parallelogram">
            <a:avLst>
              <a:gd name="adj" fmla="val 50000"/>
            </a:avLst>
          </a:prstGeom>
          <a:solidFill>
            <a:srgbClr val="FBE5D6"/>
          </a:solidFill>
          <a:ln w="19050">
            <a:solidFill>
              <a:srgbClr val="C55A11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600" dirty="0">
                <a:solidFill>
                  <a:srgbClr val="1F1F1F"/>
                </a:solidFill>
                <a:latin typeface="Calibri"/>
              </a:rPr>
              <a:t>print "FizzBuzz"</a:t>
            </a:r>
          </a:p>
        </p:txBody>
      </p:sp>
      <p:sp>
        <p:nvSpPr>
          <p:cNvPr id="12" name="print Fizz"/>
          <p:cNvSpPr/>
          <p:nvPr/>
        </p:nvSpPr>
        <p:spPr>
          <a:xfrm>
            <a:off x="6425946" y="3671316"/>
            <a:ext cx="2194560" cy="411480"/>
          </a:xfrm>
          <a:prstGeom prst="parallelogram">
            <a:avLst>
              <a:gd name="adj" fmla="val 50000"/>
            </a:avLst>
          </a:prstGeom>
          <a:solidFill>
            <a:srgbClr val="FBE5D6"/>
          </a:solidFill>
          <a:ln w="19050">
            <a:solidFill>
              <a:srgbClr val="C55A11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600" dirty="0">
                <a:solidFill>
                  <a:srgbClr val="1F1F1F"/>
                </a:solidFill>
                <a:latin typeface="Calibri"/>
              </a:rPr>
              <a:t>print "Fizz"</a:t>
            </a:r>
          </a:p>
        </p:txBody>
      </p:sp>
      <p:sp>
        <p:nvSpPr>
          <p:cNvPr id="13" name="print Buzz"/>
          <p:cNvSpPr/>
          <p:nvPr/>
        </p:nvSpPr>
        <p:spPr>
          <a:xfrm>
            <a:off x="6425946" y="4640580"/>
            <a:ext cx="2194560" cy="411480"/>
          </a:xfrm>
          <a:prstGeom prst="parallelogram">
            <a:avLst>
              <a:gd name="adj" fmla="val 50000"/>
            </a:avLst>
          </a:prstGeom>
          <a:solidFill>
            <a:srgbClr val="FBE5D6"/>
          </a:solidFill>
          <a:ln w="19050">
            <a:solidFill>
              <a:srgbClr val="C55A11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600" dirty="0">
                <a:solidFill>
                  <a:srgbClr val="1F1F1F"/>
                </a:solidFill>
                <a:latin typeface="Calibri"/>
              </a:rPr>
              <a:t>print "Buzz"</a:t>
            </a:r>
          </a:p>
        </p:txBody>
      </p:sp>
      <!-- Straight arrows down the column -->
      <p:cxnSp>
        <p:nvCxnSpPr>
          <p:cNvPr id="14" name="Start to i = 1"/>
          <p:cNvCxnSpPr/>
          <p:nvPr/>
        </p:nvCxnSpPr>
        <p:spPr>
          <a:xfrm>
            <a:off x="4700016" y="694944"/>
            <a:ext cx="0" cy="256032"/>
          </a:xfrm>
          <a:prstGeom prst="straightConnector1">
            <a:avLst/>
          </a:prstGeom>
          <a:ln w="19050">
            <a:solidFill>
              <a:srgbClr val="404040"/>
            </a:solidFill>
            <a:tailEnd type="triangle" w="med" len="med"/>
          </a:ln>
        </p:spPr>
      </p:cxnSp>
      <p:cxnSp>
        <p:nvCxnSpPr>
          <p:cNvPr id="15" name="i = 1 to i &lt;= 100"/>
          <p:cNvCxnSpPr/>
          <p:nvPr/>
        </p:nvCxnSpPr>
        <p:spPr>
          <a:xfrm>
            <a:off x="4700016" y="1362456"/>
            <a:ext cx="0" cy="256032"/>
          </a:xfrm>
          <a:prstGeom prst="straightConnector1">
            <a:avLst/>
          </a:prstGeom>
          <a:ln w="19050">
            <a:solidFill>
              <a:srgbClr val="404040"/>
            </a:solidFill>
            <a:tailEnd type="triangle" w="med" len="med"/>
          </a:ln>
        </p:spPr>
      </p:cxnSp>
      <p:cxnSp>
        <p:nvCxnSpPr>
          <p:cNvPr id="16" name="i &lt;= 100 yes"/>
          <p:cNvCxnSpPr/>
          <p:nvPr/>
        </p:nvCxnSpPr>
        <p:spPr>
          <a:xfrm>
            <a:off x="4700016" y="2258568"/>
            <a:ext cx="0" cy="329184"/>
          </a:xfrm>
          <a:prstGeom prst="straightConnector1">
            <a:avLst/>
          </a:prstGeom>
          <a:ln w="19050">
            <a:solidFill>
              <a:srgbClr val="404040"/>
            </a:solidFill>
            <a:tailEnd type="triangle" w="med" len="med"/>
          </a:ln>
        </p:spPr>
      </p:cxnSp>
      <p:cxnSp>
        <p:nvCxnSpPr>
          <p:cNvPr id="17" name="i % 15 == 0 no"/>
          <p:cNvCxnSpPr/>
          <p:nvPr/>
        </p:nvCxnSpPr>
        <p:spPr>
          <a:xfrm>
            <a:off x="4700016" y="3227832"/>
            <a:ext cx="0" cy="329184"/>
          </a:xfrm>
          <a:prstGeom prst="straightConnector1">
            <a:avLst/>
          </a:prstGeom>
          <a:ln w="19050">
            <a:solidFill>
              <a:srgbClr val="404040"/>
            </a:solidFill>
            <a:tailEnd type="triangle" w="med" len="med"/>
          </a:ln>
        </p:spPr>
      </p:cxnSp>
      <p:cxnSp>
        <p:nvCxnSpPr>
          <p:cNvPr id="18" name="i % 3 == 0 no"/>
          <p:cNvCxnSpPr/>
          <p:nvPr/>
        </p:nvCxnSpPr>
        <p:spPr>
          <a:xfrm>
            <a:off x="4700016" y="4197096"/>
            <a:ext cx="0" cy="329184"/>
          </a:xfrm>
          <a:prstGeom prst="straightConnector1">
            <a:avLst/>
          </a:prstGeom>
          <a:ln w="19050">
            <a:solidFill>
              <a:srgbClr val="404040"/>
            </a:solidFill>
            <a:tailEnd type="triangle" w="med" len="med"/>
          </a:ln>
        </p:spPr>
      </p:cxnSp>
      <p:cxnSp>
        <p:nvCxnSpPr>
          <p:cNvPr id="19" name="i % 5 == 0 no"/>
          <p:cNvCxnSpPr/>
          <p:nvPr/>
        </p:nvCxnSpPr>
        <p:spPr>
          <a:xfrm>
            <a:off x="4700016" y="5166360"/>
            <a:ext cx="0" cy="329184"/>
          </a:xfrm>
          <a:prstGeom prst="straightConnector1">
            <a:avLst/>
          </a:prstGeom>
          <a:ln w="19050">
            <a:solidFill>
              <a:srgbClr val="404040"/>
            </a:solidFill>
            <a:tailEnd type="triangle" w="med" len="med"/>
          </a:ln>
        </p:spPr>
      </p:cxnSp>
      <p:cxnSp>
        <p:nvCxnSpPr>
          <p:cNvPr id="20" name="print i to i = i + 1"/>
          <p:cNvCxnSpPr/>
          <p:nvPr/>
        </p:nvCxnSpPr>
        <p:spPr>
          <a:xfrm>
            <a:off x="4700016" y="5907024"/>
            <a:ext cx="0" cy="256032"/>
          </a:xfrm>
          <a:prstGeom prst="straightConnector1">
            <a:avLst/>
          </a:prstGeom>
          <a:ln w="19050">
            <a:solidFill>
              <a:srgbClr val="404040"/>
            </a:solidFill>
            <a:tailEnd type="triangle" w="med" len="med"/>
          </a:ln>
        </p:spPr>
      </p:cxnSp>
      <!-- Straight arrows to the right -->
      <p:cxnSp>
        <p:nvCxnSpPr>
          <p:cNvPr id="21" name="i &lt;= 100 no"/>
          <p:cNvCxnSpPr/>
          <p:nvPr/>
        </p:nvCxnSpPr>
        <p:spPr>
          <a:xfrm>
            <a:off x="5797296" y="1938528"/>
            <a:ext cx="731520" cy="0"/>
          </a:xfrm>
          <a:prstGeom prst="straightConnector1">
            <a:avLst/>
          </a:prstGeom>
          <a:ln w="19050">
            <a:solidFill>
              <a:srgbClr val="404040"/>
            </a:solidFill>
            <a:tailEnd type="triangle" w="med" len="med"/>
          </a:ln>
        </p:spPr>
      </p:cxnSp>
      <p:cxnSp>
        <p:nvCxnSpPr>
          <p:cNvPr id="22" name="i % 15 == 0 yes"/>
          <p:cNvCxnSpPr/>
          <p:nvPr/>
        </p:nvCxnSpPr>
        <p:spPr>
          <a:xfrm>
            <a:off x="5797296" y="2907792"/>
            <a:ext cx="731520" cy="0"/>
          </a:xfrm>
          <a:prstGeom prst="straightConnector1">
            <a:avLst/>
          </a:prstGeom>
          <a:ln w="19050">
            <a:solidFill>
              <a:srgbClr val="404040"/>
            </a:solidFill>
            <a:tailEnd type="triangle" w="med" len="med"/>
          </a:ln>
        </p:spPr>
      </p:cxnSp>
      <p:cxnSp>
        <p:nvCxnSpPr>
          <p:cNvPr id="23" name="i % 3 == 0 yes"/>
          <p:cNvCxnSpPr/>
          <p:nvPr/>
        </p:nvCxnSpPr>
        <p:spPr>
          <a:xfrm>
            <a:off x="5797296" y="3877056"/>
            <a:ext cx="731520" cy="0"/>
          </a:xfrm>
          <a:prstGeom prst="straightConnector1">
            <a:avLst/>
          </a:prstGeom>
          <a:ln w="19050">
            <a:solidFill>
              <a:srgbClr val="404040"/>
            </a:solidFill>
            <a:tailEnd type="triangle" w="med" len="med"/>
          </a:ln>
        </p:spPr>
      </p:cxnSp>
      <p:cxnSp>
        <p:nvCxnSpPr>
          <p:cNvPr id="24" name="i % 5 == 0 yes"/>
          <p:cNvCxnSpPr/>
          <p:nvPr/>
        </p:nvCxnSpPr>
        <p:spPr>
          <a:xfrm>
            <a:off x="5797296" y="4846320"/>
            <a:ext cx="731520" cy="0"/>
          </a:xfrm>
          <a:prstGeom prst="straightConnector1">
            <a:avLst/>
          </a:prstGeom>
          <a:ln w="19050">
            <a:solidFill>
              <a:srgbClr val="404040"/>
            </a:solidFill>
            <a:tailEnd type="triangle" w="med" len="med"/>
          </a:ln>
        </p:spPr>
      </p:cxnSp>
      <!-- The three prints join one line down the right side, x = 9.79in -->
      <p:cxnSp>
        <p:nvCxnSpPr>
          <p:cNvPr id="25" name="print Fizz join"/>
          <p:cNvCxnSpPr/>
          <p:nvPr/>
        </p:nvCxnSpPr>
        <p:spPr>
          <a:xfrm>
            <a:off x="8517636" y="3877056"/>
            <a:ext cx="434340" cy="0"/>
          </a:xfrm>
          <a:prstGeom prst="line">
            <a:avLst/>
          </a:prstGeom>
          <a:ln w="19050">
            <a:solidFill>
              <a:srgbClr val="404040"/>
            </a:solidFill>
          </a:ln>
        </p:spPr>
      </p:cxnSp>
      <p:cxnSp>
        <p:nvCxnSpPr>
          <p:cNvPr id="26" name="print Buzz join"/>
          <p:cNvCxnSpPr/>
          <p:nvPr/>
        </p:nvCxnSpPr>
        <p:spPr>
          <a:xfrm>
            <a:off x="8517636" y="4846320"/>
            <a:ext cx="434340" cy="0"/>
          </a:xfrm>
          <a:prstGeom prst="line">
            <a:avLst/>
          </a:prstGeom>
          <a:ln w="19050">
            <a:solidFill>
              <a:srgbClr val="404040"/>
            </a:solidFill>
          </a:ln>
        </p:spPr>
      </p:cxnSp>
      <p:sp>
        <p:nvSpPr>
          <p:cNvPr id="27" name="Prints to i = i + 1"/>
          <p:cNvSpPr/>
          <p:nvPr/>
        </p:nvSpPr>
        <p:spPr>
          <a:xfrm>
            <a:off x="5431536" y="2907792"/>
            <a:ext cx="3520440" cy="3461004"/>
          </a:xfrm>
          <a:custGeom>
            <a:avLst/>
            <a:gdLst/>
            <a:ahLst/>
            <a:cxnLst/>
            <a:rect l="0" t="0" r="r" b="b"/>
            <a:pathLst>
              <a:path w="3520440" h="3461004" fill="none">
                <a:moveTo>
                  <a:pt x="3086100" y="0"/>
                </a:moveTo>
                <a:lnTo>
                  <a:pt x="3520440" y="0"/>
                </a:lnTo>
                <a:lnTo>
                  <a:pt x="3520440" y="3461004"/>
                </a:lnTo>
                <a:lnTo>
                  <a:pt x="0" y="3461004"/>
                </a:lnTo>
              </a:path>
            </a:pathLst>
          </a:custGeom>
          <a:noFill/>
          <a:ln w="19050">
            <a:solidFill>
              <a:srgbClr val="404040"/>
            </a:solidFill>
            <a:miter lim="800000"/>
            <a:tailEnd type="triangle" w="med" len="med"/>
          </a:ln>
        </p:spPr>
      </p:sp>
      <!-- Loop back round the left side, x = 3.54in -->
      <p:sp>
        <p:nvSpPr>
          <p:cNvPr id="28" name="i = i + 1 to i &lt;= 100"/>
          <p:cNvSpPr/>
          <p:nvPr/>
        </p:nvSpPr>
        <p:spPr>
          <a:xfrm>
            <a:off x="3236976" y="1938528"/>
            <a:ext cx="731520" cy="4430268"/>
          </a:xfrm>
          <a:custGeom>
            <a:avLst/>
            <a:gdLst/>
            <a:ahLst/>
            <a:cxnLst/>
            <a:rect l="0" t="0" r="r" b="b"/>
            <a:pathLst>
              <a:path w="731520" h="4430268" fill="none">
                <a:moveTo>
                  <a:pt x="731520" y="4430268"/>
                </a:moveTo>
                <a:lnTo>
                  <a:pt x="0" y="4430268"/>
                </a:lnTo>
                <a:lnTo>
                  <a:pt x="0" y="0"/>
                </a:lnTo>
                <a:lnTo>
                  <a:pt x="365760" y="0"/>
                </a:lnTo>
              </a:path>
            </a:pathLst>
          </a:custGeom>
          <a:noFill/>
          <a:ln w="19050">
            <a:solidFill>
              <a:srgbClr val="404040"/>
            </a:solidFill>
            <a:miter lim="800000"/>
            <a:tailEnd type="triangle" w="med" len="med"/>
          </a:ln>
        </p:spPr>
      </p:sp>
      <!-- Arrow labels -->
      <p:sp>
        <p:nvSpPr>
          <p:cNvPr id="29" name="Label i &lt;= 100 yes"/>
          <p:cNvSpPr txBox="1"/>
          <p:nvPr/>
        </p:nvSpPr>
        <p:spPr>
          <a:xfrm>
            <a:off x="4773168" y="2322576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1200" dirty="0">
                <a:solidFill>
                  <a:srgbClr val="404040"/>
                </a:solidFill>
                <a:latin typeface="Calibri"/>
              </a:rPr>
              <a:t>yes</a:t>
            </a:r>
          </a:p>
        </p:txBody>
      </p:sp>
      <p:sp>
        <p:nvSpPr>
          <p:cNvPr id="30" name="Label i % 15 == 0 no"/>
          <p:cNvSpPr txBox="1"/>
          <p:nvPr/>
        </p:nvSpPr>
        <p:spPr>
          <a:xfrm>
            <a:off x="4773168" y="329184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1200" dirty="0">
                <a:solidFill>
                  <a:srgbClr val="404040"/>
                </a:solidFill>
                <a:latin typeface="Calibri"/>
              </a:rPr>
              <a:t>no</a:t>
            </a:r>
          </a:p>
        </p:txBody>
      </p:sp>
      <p:sp>
        <p:nvSpPr>
          <p:cNvPr id="31" name="Label i % 3 == 0 no"/>
          <p:cNvSpPr txBox="1"/>
          <p:nvPr/>
        </p:nvSpPr>
        <p:spPr>
          <a:xfrm>
            <a:off x="4773168" y="4261104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1200" dirty="0">
                <a:solidFill>
                  <a:srgbClr val="404040"/>
                </a:solidFill>
                <a:latin typeface="Calibri"/>
              </a:rPr>
              <a:t>no</a:t>
            </a:r>
          </a:p>
        </p:txBody>
      </p:sp>
      <p:sp>
        <p:nvSpPr>
          <p:cNvPr id="32" name="Label i % 5 == 0 no"/>
          <p:cNvSpPr txBox="1"/>
          <p:nvPr/>
        </p:nvSpPr>
        <p:spPr>
          <a:xfrm>
            <a:off x="4773168" y="5230368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1200" dirty="0">
                <a:solidFill>
                  <a:srgbClr val="404040"/>
                </a:solidFill>
                <a:latin typeface="Calibri"/>
              </a:rPr>
              <a:t>no</a:t>
            </a:r>
          </a:p>
        </p:txBody>
      </p:sp>
      <p:sp>
        <p:nvSpPr>
          <p:cNvPr id="33" name="Label i &lt;= 100 no"/>
          <p:cNvSpPr txBox="1"/>
          <p:nvPr/>
        </p:nvSpPr>
        <p:spPr>
          <a:xfrm>
            <a:off x="5888736" y="1700784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200" dirty="0">
                <a:solidFill>
                  <a:srgbClr val="404040"/>
                </a:solidFill>
                <a:latin typeface="Calibri"/>
              </a:rPr>
              <a:t>no</a:t>
            </a:r>
          </a:p>
        </p:txBody>
      </p:sp>
      <p:sp>
        <p:nvSpPr>
          <p:cNvPr id="34" name="Label i % 15 == 0 yes"/>
          <p:cNvSpPr txBox="1"/>
          <p:nvPr/>
        </p:nvSpPr>
        <p:spPr>
          <a:xfrm>
            <a:off x="5888736" y="2670048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200" dirty="0">
                <a:solidFill>
                  <a:srgbClr val="404040"/>
                </a:solidFill>
                <a:latin typeface="Calibri"/>
              </a:rPr>
              <a:t>yes</a:t>
            </a:r>
          </a:p>
        </p:txBody>
      </p:sp>
      <p:sp>
        <p:nvSpPr>
          <p:cNvPr id="35" name="Label i % 3 == 0 yes"/>
          <p:cNvSpPr txBox="1"/>
          <p:nvPr/>
        </p:nvSpPr>
        <p:spPr>
          <a:xfrm>
            <a:off x="5888736" y="3639312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200" dirty="0">
                <a:solidFill>
                  <a:srgbClr val="404040"/>
                </a:solidFill>
                <a:latin typeface="Calibri"/>
              </a:rPr>
              <a:t>yes</a:t>
            </a:r>
          </a:p>
        </p:txBody>
      </p:sp>
      <p:sp>
        <p:nvSpPr>
          <p:cNvPr id="36" name="Label i % 5 == 0 yes"/>
          <p:cNvSpPr txBox="1"/>
          <p:nvPr/>
        </p:nvSpPr>
        <p:spPr>
          <a:xfrm>
            <a:off x="5888736" y="4608576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200" dirty="0">
                <a:solidFill>
                  <a:srgbClr val="404040"/>
                </a:solidFill>
                <a:latin typeface="Calibri"/>
              </a:rPr>
              <a:t>yes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0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2026-10-12T00:00:00Z</dcterms:created>
  <dcterms:modified xsi:type="dcterms:W3CDTF">2026-10-12T00:00:00Z</dcterms:modified>
</cp:coreProperties>
</file>