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266914" cy="32632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LM"/>
          <p:cNvSpPr/>
          <p:nvPr/>
        </p:nvSpPr>
        <p:spPr>
          <a:xfrm>
            <a:off x="137160" y="1205865"/>
            <a:ext cx="1097280" cy="502920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LLM</a:t>
            </a:r>
          </a:p>
        </p:txBody>
      </p:sp>
      <p:cxnSp>
        <p:nvCxnSpPr>
          <p:cNvPr id="3" name="arrow 1"/>
          <p:cNvCxnSpPr/>
          <p:nvPr/>
        </p:nvCxnSpPr>
        <p:spPr>
          <a:xfrm>
            <a:off x="1234440" y="1457325"/>
            <a:ext cx="4572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Pik"/>
          <p:cNvSpPr/>
          <p:nvPr/>
        </p:nvSpPr>
        <p:spPr>
          <a:xfrm>
            <a:off x="1691640" y="1205865"/>
            <a:ext cx="731519" cy="502920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.pik</a:t>
            </a:r>
          </a:p>
        </p:txBody>
      </p:sp>
      <p:cxnSp>
        <p:nvCxnSpPr>
          <p:cNvPr id="5" name="arrow 2"/>
          <p:cNvCxnSpPr/>
          <p:nvPr/>
        </p:nvCxnSpPr>
        <p:spPr>
          <a:xfrm>
            <a:off x="2423160" y="1457325"/>
            <a:ext cx="4572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ikslide"/>
          <p:cNvSpPr/>
          <p:nvPr/>
        </p:nvSpPr>
        <p:spPr>
          <a:xfrm>
            <a:off x="2880360" y="1205865"/>
            <a:ext cx="1097280" cy="5029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1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</p:txBody>
      </p:sp>
      <p:sp>
        <p:nvSpPr>
          <p:cNvPr id="7" name="Png"/>
          <p:cNvSpPr/>
          <p:nvPr/>
        </p:nvSpPr>
        <p:spPr>
          <a:xfrm>
            <a:off x="4709160" y="748665"/>
            <a:ext cx="731520" cy="502920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.png</a:t>
            </a:r>
          </a:p>
        </p:txBody>
      </p:sp>
      <p:sp>
        <p:nvSpPr>
          <p:cNvPr id="8" name="Pptx"/>
          <p:cNvSpPr/>
          <p:nvPr/>
        </p:nvSpPr>
        <p:spPr>
          <a:xfrm>
            <a:off x="4709160" y="1663065"/>
            <a:ext cx="731520" cy="502920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.pptx</a:t>
            </a:r>
          </a:p>
        </p:txBody>
      </p:sp>
      <p:sp>
        <p:nvSpPr>
          <p:cNvPr id="9" name="arrow 3"/>
          <p:cNvSpPr/>
          <p:nvPr/>
        </p:nvSpPr>
        <p:spPr>
          <a:xfrm>
            <a:off x="3977640" y="1000125"/>
            <a:ext cx="731520" cy="457200"/>
          </a:xfrm>
          <a:custGeom>
            <a:avLst/>
            <a:gdLst/>
            <a:ahLst/>
            <a:cxnLst/>
            <a:rect l="l" t="t" r="r" b="b"/>
            <a:pathLst>
              <a:path w="731520" h="457200">
                <a:moveTo>
                  <a:pt x="0" y="457200"/>
                </a:moveTo>
                <a:lnTo>
                  <a:pt x="365760" y="457200"/>
                </a:lnTo>
                <a:lnTo>
                  <a:pt x="365760" y="0"/>
                </a:lnTo>
                <a:lnTo>
                  <a:pt x="731520" y="0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 1"/>
          <p:cNvSpPr/>
          <p:nvPr/>
        </p:nvSpPr>
        <p:spPr>
          <a:xfrm>
            <a:off x="4312887" y="777240"/>
            <a:ext cx="426784" cy="4457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262890"/>
          <a:lstStyle/>
          <a:p>
            <a:pPr algn="ctr">
              <a:lnSpc>
                <a:spcPct val="100000"/>
              </a:lnSpc>
            </a:pPr>
            <a:r>
              <a:rPr b="0" i="0" sz="900">
                <a:solidFill>
                  <a:srgbClr val="000000"/>
                </a:solidFill>
                <a:latin typeface="+mn-lt"/>
                <a:ea typeface="+mn-ea"/>
              </a:rPr>
              <a:t>--png</a:t>
            </a:r>
          </a:p>
        </p:txBody>
      </p:sp>
      <p:sp>
        <p:nvSpPr>
          <p:cNvPr id="11" name="arrow 4"/>
          <p:cNvSpPr/>
          <p:nvPr/>
        </p:nvSpPr>
        <p:spPr>
          <a:xfrm>
            <a:off x="3977640" y="1457325"/>
            <a:ext cx="731520" cy="457200"/>
          </a:xfrm>
          <a:custGeom>
            <a:avLst/>
            <a:gdLst/>
            <a:ahLst/>
            <a:cxnLst/>
            <a:rect l="l" t="t" r="r" b="b"/>
            <a:pathLst>
              <a:path w="731520" h="457200">
                <a:moveTo>
                  <a:pt x="0" y="0"/>
                </a:moveTo>
                <a:lnTo>
                  <a:pt x="365760" y="0"/>
                </a:lnTo>
                <a:lnTo>
                  <a:pt x="365760" y="457200"/>
                </a:lnTo>
                <a:lnTo>
                  <a:pt x="731520" y="457200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You"/>
          <p:cNvSpPr/>
          <p:nvPr/>
        </p:nvSpPr>
        <p:spPr>
          <a:xfrm>
            <a:off x="137160" y="2714625"/>
            <a:ext cx="5852160" cy="411480"/>
          </a:xfrm>
          <a:prstGeom prst="rect">
            <a:avLst/>
          </a:prstGeom>
          <a:solidFill>
            <a:schemeClr val="bg1">
              <a:lumMod val="95000"/>
            </a:schemeClr>
          </a:solidFill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1" i="0" sz="1050">
                <a:solidFill>
                  <a:srgbClr val="000000"/>
                </a:solidFill>
                <a:latin typeface="+mn-lt"/>
                <a:ea typeface="+mn-ea"/>
              </a:rPr>
              <a:t>You</a:t>
            </a:r>
          </a:p>
        </p:txBody>
      </p:sp>
      <p:cxnSp>
        <p:nvCxnSpPr>
          <p:cNvPr id="13" name="arrow 5"/>
          <p:cNvCxnSpPr/>
          <p:nvPr/>
        </p:nvCxnSpPr>
        <p:spPr>
          <a:xfrm flipV="1">
            <a:off x="685800" y="1708785"/>
            <a:ext cx="0" cy="100584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row 5 text 1"/>
          <p:cNvSpPr txBox="1"/>
          <p:nvPr/>
        </p:nvSpPr>
        <p:spPr>
          <a:xfrm>
            <a:off x="777240" y="2131695"/>
            <a:ext cx="405407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prompt</a:t>
            </a:r>
          </a:p>
        </p:txBody>
      </p:sp>
      <p:cxnSp>
        <p:nvCxnSpPr>
          <p:cNvPr id="15" name="arrow 6"/>
          <p:cNvCxnSpPr/>
          <p:nvPr/>
        </p:nvCxnSpPr>
        <p:spPr>
          <a:xfrm flipV="1">
            <a:off x="2057400" y="1708785"/>
            <a:ext cx="0" cy="100584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rrow 6 text 1"/>
          <p:cNvSpPr txBox="1"/>
          <p:nvPr/>
        </p:nvSpPr>
        <p:spPr>
          <a:xfrm>
            <a:off x="2148840" y="2131695"/>
            <a:ext cx="274320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edit</a:t>
            </a:r>
          </a:p>
        </p:txBody>
      </p:sp>
      <p:cxnSp>
        <p:nvCxnSpPr>
          <p:cNvPr id="17" name="arrow 7"/>
          <p:cNvCxnSpPr/>
          <p:nvPr/>
        </p:nvCxnSpPr>
        <p:spPr>
          <a:xfrm flipV="1">
            <a:off x="5074920" y="2165985"/>
            <a:ext cx="0" cy="54864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ow 7 text 1"/>
          <p:cNvSpPr txBox="1"/>
          <p:nvPr/>
        </p:nvSpPr>
        <p:spPr>
          <a:xfrm>
            <a:off x="3987174" y="2360295"/>
            <a:ext cx="996305" cy="160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edit in PowerPoint</a:t>
            </a:r>
          </a:p>
        </p:txBody>
      </p:sp>
      <p:sp>
        <p:nvSpPr>
          <p:cNvPr id="19" name="arrow 8"/>
          <p:cNvSpPr/>
          <p:nvPr/>
        </p:nvSpPr>
        <p:spPr>
          <a:xfrm>
            <a:off x="5440680" y="1000125"/>
            <a:ext cx="274320" cy="1714500"/>
          </a:xfrm>
          <a:custGeom>
            <a:avLst/>
            <a:gdLst/>
            <a:ahLst/>
            <a:cxnLst/>
            <a:rect l="l" t="t" r="r" b="b"/>
            <a:pathLst>
              <a:path w="274320" h="1714500">
                <a:moveTo>
                  <a:pt x="0" y="0"/>
                </a:moveTo>
                <a:lnTo>
                  <a:pt x="274320" y="0"/>
                </a:lnTo>
                <a:lnTo>
                  <a:pt x="274320" y="1714500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 2"/>
          <p:cNvSpPr/>
          <p:nvPr/>
        </p:nvSpPr>
        <p:spPr>
          <a:xfrm>
            <a:off x="5715000" y="1788795"/>
            <a:ext cx="414754" cy="25145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look</a:t>
            </a:r>
          </a:p>
        </p:txBody>
      </p:sp>
      <p:sp>
        <p:nvSpPr>
          <p:cNvPr id="21" name="arrow 9"/>
          <p:cNvSpPr/>
          <p:nvPr/>
        </p:nvSpPr>
        <p:spPr>
          <a:xfrm>
            <a:off x="685800" y="382905"/>
            <a:ext cx="4389120" cy="822960"/>
          </a:xfrm>
          <a:custGeom>
            <a:avLst/>
            <a:gdLst/>
            <a:ahLst/>
            <a:cxnLst/>
            <a:rect l="l" t="t" r="r" b="b"/>
            <a:pathLst>
              <a:path w="4389120" h="822960">
                <a:moveTo>
                  <a:pt x="4389120" y="365760"/>
                </a:moveTo>
                <a:lnTo>
                  <a:pt x="4389120" y="0"/>
                </a:lnTo>
                <a:lnTo>
                  <a:pt x="0" y="0"/>
                </a:lnTo>
                <a:lnTo>
                  <a:pt x="0" y="822960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 3"/>
          <p:cNvSpPr/>
          <p:nvPr/>
        </p:nvSpPr>
        <p:spPr>
          <a:xfrm>
            <a:off x="2599136" y="137160"/>
            <a:ext cx="1659726" cy="49149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285749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look at the .png, fix the .pik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