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27411" cy="132778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arrow 1"/>
          <p:cNvCxnSpPr/>
          <p:nvPr/>
        </p:nvCxnSpPr>
        <p:spPr>
          <a:xfrm>
            <a:off x="137160" y="320516"/>
            <a:ext cx="9144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rrow 1 text 1"/>
          <p:cNvSpPr txBox="1"/>
          <p:nvPr/>
        </p:nvSpPr>
        <p:spPr>
          <a:xfrm>
            <a:off x="301056" y="137160"/>
            <a:ext cx="586606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Markdown</a:t>
            </a:r>
          </a:p>
        </p:txBody>
      </p:sp>
      <p:sp>
        <p:nvSpPr>
          <p:cNvPr id="4" name="arrow 1 text 2"/>
          <p:cNvSpPr txBox="1"/>
          <p:nvPr/>
        </p:nvSpPr>
        <p:spPr>
          <a:xfrm>
            <a:off x="301056" y="350520"/>
            <a:ext cx="586606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Source</a:t>
            </a:r>
          </a:p>
        </p:txBody>
      </p:sp>
      <p:sp>
        <p:nvSpPr>
          <p:cNvPr id="5" name="box 1"/>
          <p:cNvSpPr/>
          <p:nvPr/>
        </p:nvSpPr>
        <p:spPr>
          <a:xfrm>
            <a:off x="1051560" y="137160"/>
            <a:ext cx="724291" cy="366712"/>
          </a:xfrm>
          <a:prstGeom prst="roundRect">
            <a:avLst>
              <a:gd name="adj" fmla="val 25974"/>
            </a:avLst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pikslide</a:t>
            </a:r>
          </a:p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Formatter</a:t>
            </a:r>
          </a:p>
        </p:txBody>
      </p:sp>
      <p:cxnSp>
        <p:nvCxnSpPr>
          <p:cNvPr id="6" name="arrow 2"/>
          <p:cNvCxnSpPr/>
          <p:nvPr/>
        </p:nvCxnSpPr>
        <p:spPr>
          <a:xfrm>
            <a:off x="1775851" y="320516"/>
            <a:ext cx="9144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 2 text 1"/>
          <p:cNvSpPr txBox="1"/>
          <p:nvPr/>
        </p:nvSpPr>
        <p:spPr>
          <a:xfrm>
            <a:off x="2039116" y="137160"/>
            <a:ext cx="38787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PPTX</a:t>
            </a:r>
          </a:p>
        </p:txBody>
      </p:sp>
      <p:sp>
        <p:nvSpPr>
          <p:cNvPr id="8" name="arrow 2 text 2"/>
          <p:cNvSpPr txBox="1"/>
          <p:nvPr/>
        </p:nvSpPr>
        <p:spPr>
          <a:xfrm>
            <a:off x="2039116" y="350520"/>
            <a:ext cx="387870" cy="153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Output</a:t>
            </a:r>
          </a:p>
        </p:txBody>
      </p:sp>
      <p:cxnSp>
        <p:nvCxnSpPr>
          <p:cNvPr id="9" name="arrow 3"/>
          <p:cNvCxnSpPr/>
          <p:nvPr/>
        </p:nvCxnSpPr>
        <p:spPr>
          <a:xfrm>
            <a:off x="1413705" y="503872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ile 1"/>
          <p:cNvSpPr/>
          <p:nvPr/>
        </p:nvSpPr>
        <p:spPr>
          <a:xfrm>
            <a:off x="1064892" y="823912"/>
            <a:ext cx="697626" cy="366712"/>
          </a:xfrm>
          <a:prstGeom prst="foldedCorner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pikslide</a:t>
            </a:r>
          </a:p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Language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