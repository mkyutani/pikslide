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83468" cy="202168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nagingDirector"/>
          <p:cNvSpPr/>
          <p:nvPr/>
        </p:nvSpPr>
        <p:spPr>
          <a:xfrm>
            <a:off x="1552609" y="137160"/>
            <a:ext cx="1191388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Managing Director</a:t>
            </a:r>
          </a:p>
        </p:txBody>
      </p:sp>
      <p:cxnSp>
        <p:nvCxnSpPr>
          <p:cNvPr id="3" name="line 1"/>
          <p:cNvCxnSpPr/>
          <p:nvPr/>
        </p:nvCxnSpPr>
        <p:spPr>
          <a:xfrm>
            <a:off x="2148304" y="370522"/>
            <a:ext cx="0" cy="36576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rojectManager"/>
          <p:cNvSpPr/>
          <p:nvPr/>
        </p:nvSpPr>
        <p:spPr>
          <a:xfrm>
            <a:off x="1607217" y="736282"/>
            <a:ext cx="1082173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Project Manager</a:t>
            </a:r>
          </a:p>
        </p:txBody>
      </p:sp>
      <p:sp>
        <p:nvSpPr>
          <p:cNvPr id="5" name="Development"/>
          <p:cNvSpPr/>
          <p:nvPr/>
        </p:nvSpPr>
        <p:spPr>
          <a:xfrm>
            <a:off x="137160" y="1517808"/>
            <a:ext cx="913328" cy="36671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Development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Team</a:t>
            </a:r>
          </a:p>
        </p:txBody>
      </p:sp>
      <p:sp>
        <p:nvSpPr>
          <p:cNvPr id="6" name="Test"/>
          <p:cNvSpPr/>
          <p:nvPr/>
        </p:nvSpPr>
        <p:spPr>
          <a:xfrm>
            <a:off x="1507688" y="1517808"/>
            <a:ext cx="913328" cy="36671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Test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Team</a:t>
            </a:r>
          </a:p>
        </p:txBody>
      </p:sp>
      <p:sp>
        <p:nvSpPr>
          <p:cNvPr id="7" name="Migration"/>
          <p:cNvSpPr/>
          <p:nvPr/>
        </p:nvSpPr>
        <p:spPr>
          <a:xfrm>
            <a:off x="2878216" y="1517808"/>
            <a:ext cx="913328" cy="36671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Migration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Team</a:t>
            </a:r>
          </a:p>
        </p:txBody>
      </p:sp>
      <p:sp>
        <p:nvSpPr>
          <p:cNvPr id="8" name="Technical"/>
          <p:cNvSpPr/>
          <p:nvPr/>
        </p:nvSpPr>
        <p:spPr>
          <a:xfrm>
            <a:off x="4248745" y="1517808"/>
            <a:ext cx="913328" cy="36671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Technical</a:t>
            </a:r>
          </a:p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Team</a:t>
            </a:r>
          </a:p>
        </p:txBody>
      </p:sp>
      <p:sp>
        <p:nvSpPr>
          <p:cNvPr id="9" name="PMO"/>
          <p:cNvSpPr/>
          <p:nvPr/>
        </p:nvSpPr>
        <p:spPr>
          <a:xfrm>
            <a:off x="5392238" y="1035843"/>
            <a:ext cx="454069" cy="233362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PMO</a:t>
            </a:r>
          </a:p>
        </p:txBody>
      </p:sp>
      <p:sp>
        <p:nvSpPr>
          <p:cNvPr id="10" name="line 2"/>
          <p:cNvSpPr/>
          <p:nvPr/>
        </p:nvSpPr>
        <p:spPr>
          <a:xfrm>
            <a:off x="2148304" y="969645"/>
            <a:ext cx="3243934" cy="182880"/>
          </a:xfrm>
          <a:custGeom>
            <a:avLst/>
            <a:gdLst/>
            <a:ahLst/>
            <a:cxnLst/>
            <a:rect l="l" t="t" r="r" b="b"/>
            <a:pathLst>
              <a:path w="3243934" h="182880">
                <a:moveTo>
                  <a:pt x="0" y="0"/>
                </a:moveTo>
                <a:lnTo>
                  <a:pt x="0" y="182880"/>
                </a:lnTo>
                <a:lnTo>
                  <a:pt x="3243934" y="18288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e 3"/>
          <p:cNvSpPr/>
          <p:nvPr/>
        </p:nvSpPr>
        <p:spPr>
          <a:xfrm>
            <a:off x="593824" y="969645"/>
            <a:ext cx="1554480" cy="548163"/>
          </a:xfrm>
          <a:custGeom>
            <a:avLst/>
            <a:gdLst/>
            <a:ahLst/>
            <a:cxnLst/>
            <a:rect l="l" t="t" r="r" b="b"/>
            <a:pathLst>
              <a:path w="1554480" h="548163">
                <a:moveTo>
                  <a:pt x="1554480" y="0"/>
                </a:moveTo>
                <a:lnTo>
                  <a:pt x="1554480" y="365760"/>
                </a:lnTo>
                <a:lnTo>
                  <a:pt x="0" y="365760"/>
                </a:lnTo>
                <a:lnTo>
                  <a:pt x="0" y="548163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ne 4"/>
          <p:cNvSpPr/>
          <p:nvPr/>
        </p:nvSpPr>
        <p:spPr>
          <a:xfrm>
            <a:off x="1964352" y="969645"/>
            <a:ext cx="183952" cy="548163"/>
          </a:xfrm>
          <a:custGeom>
            <a:avLst/>
            <a:gdLst/>
            <a:ahLst/>
            <a:cxnLst/>
            <a:rect l="l" t="t" r="r" b="b"/>
            <a:pathLst>
              <a:path w="183952" h="548163">
                <a:moveTo>
                  <a:pt x="183952" y="0"/>
                </a:moveTo>
                <a:lnTo>
                  <a:pt x="183952" y="365760"/>
                </a:lnTo>
                <a:lnTo>
                  <a:pt x="0" y="365760"/>
                </a:lnTo>
                <a:lnTo>
                  <a:pt x="0" y="548163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5"/>
          <p:cNvSpPr/>
          <p:nvPr/>
        </p:nvSpPr>
        <p:spPr>
          <a:xfrm>
            <a:off x="2148304" y="969645"/>
            <a:ext cx="1186577" cy="548163"/>
          </a:xfrm>
          <a:custGeom>
            <a:avLst/>
            <a:gdLst/>
            <a:ahLst/>
            <a:cxnLst/>
            <a:rect l="l" t="t" r="r" b="b"/>
            <a:pathLst>
              <a:path w="1186577" h="548163">
                <a:moveTo>
                  <a:pt x="0" y="0"/>
                </a:moveTo>
                <a:lnTo>
                  <a:pt x="0" y="365760"/>
                </a:lnTo>
                <a:lnTo>
                  <a:pt x="1186577" y="365760"/>
                </a:lnTo>
                <a:lnTo>
                  <a:pt x="1186577" y="548163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ine 6"/>
          <p:cNvSpPr/>
          <p:nvPr/>
        </p:nvSpPr>
        <p:spPr>
          <a:xfrm>
            <a:off x="2148304" y="969645"/>
            <a:ext cx="2557105" cy="548163"/>
          </a:xfrm>
          <a:custGeom>
            <a:avLst/>
            <a:gdLst/>
            <a:ahLst/>
            <a:cxnLst/>
            <a:rect l="l" t="t" r="r" b="b"/>
            <a:pathLst>
              <a:path w="2557105" h="548163">
                <a:moveTo>
                  <a:pt x="0" y="0"/>
                </a:moveTo>
                <a:lnTo>
                  <a:pt x="0" y="365760"/>
                </a:lnTo>
                <a:lnTo>
                  <a:pt x="2557105" y="365760"/>
                </a:lnTo>
                <a:lnTo>
                  <a:pt x="2557105" y="548163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